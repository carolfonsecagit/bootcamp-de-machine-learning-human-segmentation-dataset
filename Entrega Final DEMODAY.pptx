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1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 Slab"/>
      <p:regular r:id="rId26"/>
      <p:bold r:id="rId27"/>
    </p:embeddedFont>
    <p:embeddedFont>
      <p:font typeface="Roboto Slab Light"/>
      <p:regular r:id="rId28"/>
      <p:bold r:id="rId29"/>
    </p:embeddedFont>
    <p:embeddedFont>
      <p:font typeface="Poppins"/>
      <p:regular r:id="rId30"/>
      <p:bold r:id="rId31"/>
      <p:italic r:id="rId32"/>
      <p:boldItalic r:id="rId33"/>
    </p:embeddedFont>
    <p:embeddedFont>
      <p:font typeface="Poppins Light"/>
      <p:regular r:id="rId34"/>
      <p:bold r:id="rId35"/>
      <p:italic r:id="rId36"/>
      <p:boldItalic r:id="rId37"/>
    </p:embeddedFont>
    <p:embeddedFont>
      <p:font typeface="Urbanist Black"/>
      <p:bold r:id="rId38"/>
      <p:boldItalic r:id="rId39"/>
    </p:embeddedFont>
    <p:embeddedFont>
      <p:font typeface="Libre Franklin Medium"/>
      <p:regular r:id="rId40"/>
      <p:bold r:id="rId41"/>
      <p:italic r:id="rId42"/>
      <p:boldItalic r:id="rId43"/>
    </p:embeddedFont>
    <p:embeddedFont>
      <p:font typeface="Roboto Light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04">
          <p15:clr>
            <a:srgbClr val="A4A3A4"/>
          </p15:clr>
        </p15:guide>
        <p15:guide id="2" orient="horz" pos="1476">
          <p15:clr>
            <a:srgbClr val="A4A3A4"/>
          </p15:clr>
        </p15:guide>
        <p15:guide id="3" orient="horz" pos="804">
          <p15:clr>
            <a:srgbClr val="A4A3A4"/>
          </p15:clr>
        </p15:guide>
        <p15:guide id="4" orient="horz" pos="276">
          <p15:clr>
            <a:srgbClr val="A4A3A4"/>
          </p15:clr>
        </p15:guide>
        <p15:guide id="5" orient="horz" pos="468">
          <p15:clr>
            <a:srgbClr val="A4A3A4"/>
          </p15:clr>
        </p15:guide>
        <p15:guide id="6" pos="5712">
          <p15:clr>
            <a:srgbClr val="A4A3A4"/>
          </p15:clr>
        </p15:guide>
        <p15:guide id="7" pos="5376">
          <p15:clr>
            <a:srgbClr val="A4A3A4"/>
          </p15:clr>
        </p15:guide>
        <p15:guide id="8" pos="2880">
          <p15:clr>
            <a:srgbClr val="A4A3A4"/>
          </p15:clr>
        </p15:guide>
        <p15:guide id="9" pos="48">
          <p15:clr>
            <a:srgbClr val="A4A3A4"/>
          </p15:clr>
        </p15:guide>
        <p15:guide id="10" pos="336">
          <p15:clr>
            <a:srgbClr val="A4A3A4"/>
          </p15:clr>
        </p15:guide>
        <p15:guide id="11" pos="384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F27327-7369-4619-81C9-C11369389021}">
  <a:tblStyle styleId="{73F27327-7369-4619-81C9-C113693890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04" orient="horz"/>
        <p:guide pos="1476" orient="horz"/>
        <p:guide pos="804" orient="horz"/>
        <p:guide pos="276" orient="horz"/>
        <p:guide pos="468" orient="horz"/>
        <p:guide pos="5712"/>
        <p:guide pos="5376"/>
        <p:guide pos="2880"/>
        <p:guide pos="48"/>
        <p:guide pos="336"/>
        <p:guide pos="38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ibreFranklinMedium-regular.fntdata"/><Relationship Id="rId42" Type="http://schemas.openxmlformats.org/officeDocument/2006/relationships/font" Target="fonts/LibreFranklinMedium-italic.fntdata"/><Relationship Id="rId41" Type="http://schemas.openxmlformats.org/officeDocument/2006/relationships/font" Target="fonts/LibreFranklinMedium-bold.fntdata"/><Relationship Id="rId44" Type="http://schemas.openxmlformats.org/officeDocument/2006/relationships/font" Target="fonts/RobotoLight-regular.fntdata"/><Relationship Id="rId43" Type="http://schemas.openxmlformats.org/officeDocument/2006/relationships/font" Target="fonts/LibreFranklinMedium-boldItalic.fntdata"/><Relationship Id="rId46" Type="http://schemas.openxmlformats.org/officeDocument/2006/relationships/font" Target="fonts/RobotoLight-italic.fntdata"/><Relationship Id="rId45" Type="http://schemas.openxmlformats.org/officeDocument/2006/relationships/font" Target="fonts/Roboto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regular.fntdata"/><Relationship Id="rId47" Type="http://schemas.openxmlformats.org/officeDocument/2006/relationships/font" Target="fonts/RobotoLight-boldItalic.fntdata"/><Relationship Id="rId49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33" Type="http://schemas.openxmlformats.org/officeDocument/2006/relationships/font" Target="fonts/Poppins-boldItalic.fntdata"/><Relationship Id="rId32" Type="http://schemas.openxmlformats.org/officeDocument/2006/relationships/font" Target="fonts/Poppins-italic.fntdata"/><Relationship Id="rId35" Type="http://schemas.openxmlformats.org/officeDocument/2006/relationships/font" Target="fonts/PoppinsLight-bold.fntdata"/><Relationship Id="rId34" Type="http://schemas.openxmlformats.org/officeDocument/2006/relationships/font" Target="fonts/PoppinsLight-regular.fntdata"/><Relationship Id="rId37" Type="http://schemas.openxmlformats.org/officeDocument/2006/relationships/font" Target="fonts/PoppinsLight-boldItalic.fntdata"/><Relationship Id="rId36" Type="http://schemas.openxmlformats.org/officeDocument/2006/relationships/font" Target="fonts/PoppinsLight-italic.fntdata"/><Relationship Id="rId39" Type="http://schemas.openxmlformats.org/officeDocument/2006/relationships/font" Target="fonts/UrbanistBlack-boldItalic.fntdata"/><Relationship Id="rId38" Type="http://schemas.openxmlformats.org/officeDocument/2006/relationships/font" Target="fonts/UrbanistBlack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RobotoSlab-regular.fntdata"/><Relationship Id="rId25" Type="http://schemas.openxmlformats.org/officeDocument/2006/relationships/slide" Target="slides/slide19.xml"/><Relationship Id="rId28" Type="http://schemas.openxmlformats.org/officeDocument/2006/relationships/font" Target="fonts/RobotoSlabLight-regular.fntdata"/><Relationship Id="rId27" Type="http://schemas.openxmlformats.org/officeDocument/2006/relationships/font" Target="fonts/RobotoSlab-bold.fntdata"/><Relationship Id="rId29" Type="http://schemas.openxmlformats.org/officeDocument/2006/relationships/font" Target="fonts/RobotoSlabLight-bold.fntdata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None/>
            </a:pPr>
            <a:r>
              <a:t/>
            </a:r>
            <a:endParaRPr/>
          </a:p>
        </p:txBody>
      </p:sp>
      <p:sp>
        <p:nvSpPr>
          <p:cNvPr id="465" name="Google Shape;4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5" name="Google Shape;47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95ceb6e6a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g395ceb6e6a7_1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cd70e427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" name="Google Shape;503;g3cd70e4276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95d4f1aac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3" name="Google Shape;513;g395d4f1aacd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95d4f1aac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95d4f1aacd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95d78f2a2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7" name="Google Shape;537;g395d78f2a22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95d78f2a2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g395d78f2a22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95d4f1aac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95d4f1aacd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95d4f1aac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g395d4f1aacd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95d4f1aac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2" name="Google Shape;572;g395d4f1aacd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95d4f1aac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g395d4f1aacd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95d4f1aac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95d4f1aacd_0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" name="Google Shape;59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95d4f1aacd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3" name="Google Shape;613;g395d4f1aacd_0_1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95d4f1aacd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2" name="Google Shape;622;g395d4f1aacd_0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95d4f1aac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7" name="Google Shape;637;g395d4f1aacd_0_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and Content">
  <p:cSld name="28_Title and Conten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body"/>
          </p:nvPr>
        </p:nvSpPr>
        <p:spPr>
          <a:xfrm>
            <a:off x="622443" y="3638550"/>
            <a:ext cx="1739757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2" type="body"/>
          </p:nvPr>
        </p:nvSpPr>
        <p:spPr>
          <a:xfrm>
            <a:off x="2654174" y="3643312"/>
            <a:ext cx="1613026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609601" y="3262312"/>
            <a:ext cx="17526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i="0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95275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–"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–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»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4" type="body"/>
          </p:nvPr>
        </p:nvSpPr>
        <p:spPr>
          <a:xfrm>
            <a:off x="2654174" y="3262312"/>
            <a:ext cx="1601787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i="0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95275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–"/>
              <a:defRPr sz="1050">
                <a:latin typeface="Poppins"/>
                <a:ea typeface="Poppins"/>
                <a:cs typeface="Poppins"/>
                <a:sym typeface="Poppins"/>
              </a:defRPr>
            </a:lvl2pPr>
            <a:lvl3pPr indent="-295275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Poppins Light"/>
              <a:buChar char="•"/>
              <a:defRPr sz="1050"/>
            </a:lvl3pPr>
            <a:lvl4pPr indent="-295275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–"/>
              <a:defRPr sz="1050">
                <a:latin typeface="Poppins"/>
                <a:ea typeface="Poppins"/>
                <a:cs typeface="Poppins"/>
                <a:sym typeface="Poppins"/>
              </a:defRPr>
            </a:lvl4pPr>
            <a:lvl5pPr indent="-295275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»"/>
              <a:defRPr sz="105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5" type="body"/>
          </p:nvPr>
        </p:nvSpPr>
        <p:spPr>
          <a:xfrm>
            <a:off x="4648200" y="3643312"/>
            <a:ext cx="1675229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6" type="body"/>
          </p:nvPr>
        </p:nvSpPr>
        <p:spPr>
          <a:xfrm>
            <a:off x="4648200" y="3262312"/>
            <a:ext cx="1663557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i="0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95275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–"/>
              <a:defRPr sz="1050">
                <a:latin typeface="Poppins"/>
                <a:ea typeface="Poppins"/>
                <a:cs typeface="Poppins"/>
                <a:sym typeface="Poppins"/>
              </a:defRPr>
            </a:lvl2pPr>
            <a:lvl3pPr indent="-295275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•"/>
              <a:defRPr sz="1050">
                <a:latin typeface="Poppins"/>
                <a:ea typeface="Poppins"/>
                <a:cs typeface="Poppins"/>
                <a:sym typeface="Poppins"/>
              </a:defRPr>
            </a:lvl3pPr>
            <a:lvl4pPr indent="-295275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–"/>
              <a:defRPr sz="1050">
                <a:latin typeface="Poppins"/>
                <a:ea typeface="Poppins"/>
                <a:cs typeface="Poppins"/>
                <a:sym typeface="Poppins"/>
              </a:defRPr>
            </a:lvl4pPr>
            <a:lvl5pPr indent="-295275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»"/>
              <a:defRPr sz="105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7" type="body"/>
          </p:nvPr>
        </p:nvSpPr>
        <p:spPr>
          <a:xfrm>
            <a:off x="6630036" y="3643312"/>
            <a:ext cx="1751964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8" type="body"/>
          </p:nvPr>
        </p:nvSpPr>
        <p:spPr>
          <a:xfrm>
            <a:off x="6630036" y="3262312"/>
            <a:ext cx="1739757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i="0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95275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–"/>
              <a:defRPr sz="1050">
                <a:latin typeface="Poppins"/>
                <a:ea typeface="Poppins"/>
                <a:cs typeface="Poppins"/>
                <a:sym typeface="Poppins"/>
              </a:defRPr>
            </a:lvl2pPr>
            <a:lvl3pPr indent="-295275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•"/>
              <a:defRPr sz="1050">
                <a:latin typeface="Poppins"/>
                <a:ea typeface="Poppins"/>
                <a:cs typeface="Poppins"/>
                <a:sym typeface="Poppins"/>
              </a:defRPr>
            </a:lvl3pPr>
            <a:lvl4pPr indent="-295275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–"/>
              <a:defRPr sz="1050">
                <a:latin typeface="Poppins"/>
                <a:ea typeface="Poppins"/>
                <a:cs typeface="Poppins"/>
                <a:sym typeface="Poppins"/>
              </a:defRPr>
            </a:lvl4pPr>
            <a:lvl5pPr indent="-295275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»"/>
              <a:defRPr sz="105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/>
          <p:nvPr>
            <p:ph idx="9" type="pic"/>
          </p:nvPr>
        </p:nvSpPr>
        <p:spPr>
          <a:xfrm>
            <a:off x="609600" y="1581150"/>
            <a:ext cx="19050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3"/>
          <p:cNvSpPr/>
          <p:nvPr>
            <p:ph idx="13" type="pic"/>
          </p:nvPr>
        </p:nvSpPr>
        <p:spPr>
          <a:xfrm>
            <a:off x="2616200" y="1581150"/>
            <a:ext cx="19050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3"/>
          <p:cNvSpPr/>
          <p:nvPr>
            <p:ph idx="14" type="pic"/>
          </p:nvPr>
        </p:nvSpPr>
        <p:spPr>
          <a:xfrm>
            <a:off x="4622800" y="1581150"/>
            <a:ext cx="19050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"/>
          <p:cNvSpPr/>
          <p:nvPr>
            <p:ph idx="15" type="pic"/>
          </p:nvPr>
        </p:nvSpPr>
        <p:spPr>
          <a:xfrm>
            <a:off x="6629400" y="1581150"/>
            <a:ext cx="19050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3"/>
          <p:cNvSpPr txBox="1"/>
          <p:nvPr>
            <p:ph idx="16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and Content">
  <p:cSld name="27_Title and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>
            <p:ph idx="2" type="pic"/>
          </p:nvPr>
        </p:nvSpPr>
        <p:spPr>
          <a:xfrm>
            <a:off x="685800" y="1733550"/>
            <a:ext cx="1527048" cy="1527048"/>
          </a:xfrm>
          <a:prstGeom prst="ellipse">
            <a:avLst/>
          </a:prstGeom>
          <a:noFill/>
          <a:ln>
            <a:noFill/>
          </a:ln>
        </p:spPr>
      </p:sp>
      <p:sp>
        <p:nvSpPr>
          <p:cNvPr id="34" name="Google Shape;34;p5"/>
          <p:cNvSpPr/>
          <p:nvPr>
            <p:ph idx="3" type="pic"/>
          </p:nvPr>
        </p:nvSpPr>
        <p:spPr>
          <a:xfrm>
            <a:off x="2667000" y="1733550"/>
            <a:ext cx="1527048" cy="1527048"/>
          </a:xfrm>
          <a:prstGeom prst="ellipse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>
            <p:ph idx="4" type="pic"/>
          </p:nvPr>
        </p:nvSpPr>
        <p:spPr>
          <a:xfrm>
            <a:off x="4572000" y="1773174"/>
            <a:ext cx="1527048" cy="1527048"/>
          </a:xfrm>
          <a:prstGeom prst="ellipse">
            <a:avLst/>
          </a:prstGeom>
          <a:noFill/>
          <a:ln>
            <a:noFill/>
          </a:ln>
        </p:spPr>
      </p:sp>
      <p:sp>
        <p:nvSpPr>
          <p:cNvPr id="36" name="Google Shape;36;p5"/>
          <p:cNvSpPr/>
          <p:nvPr>
            <p:ph idx="5" type="pic"/>
          </p:nvPr>
        </p:nvSpPr>
        <p:spPr>
          <a:xfrm>
            <a:off x="6473952" y="1765554"/>
            <a:ext cx="1527048" cy="1527048"/>
          </a:xfrm>
          <a:prstGeom prst="ellipse">
            <a:avLst/>
          </a:prstGeom>
          <a:noFill/>
          <a:ln>
            <a:noFill/>
          </a:ln>
        </p:spPr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2590800" y="348615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6" type="body"/>
          </p:nvPr>
        </p:nvSpPr>
        <p:spPr>
          <a:xfrm>
            <a:off x="4572000" y="348615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7" type="body"/>
          </p:nvPr>
        </p:nvSpPr>
        <p:spPr>
          <a:xfrm>
            <a:off x="6400800" y="348615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8" type="body"/>
          </p:nvPr>
        </p:nvSpPr>
        <p:spPr>
          <a:xfrm>
            <a:off x="609600" y="348615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9" type="body"/>
          </p:nvPr>
        </p:nvSpPr>
        <p:spPr>
          <a:xfrm>
            <a:off x="2590800" y="3714750"/>
            <a:ext cx="167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Poppins Light"/>
              <a:buNone/>
              <a:defRPr sz="1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3" type="body"/>
          </p:nvPr>
        </p:nvSpPr>
        <p:spPr>
          <a:xfrm>
            <a:off x="4572000" y="3714750"/>
            <a:ext cx="167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Poppins Light"/>
              <a:buNone/>
              <a:defRPr sz="1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4" type="body"/>
          </p:nvPr>
        </p:nvSpPr>
        <p:spPr>
          <a:xfrm>
            <a:off x="6400800" y="3714750"/>
            <a:ext cx="167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Poppins Light"/>
              <a:buNone/>
              <a:defRPr sz="1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5" type="body"/>
          </p:nvPr>
        </p:nvSpPr>
        <p:spPr>
          <a:xfrm>
            <a:off x="609600" y="3714750"/>
            <a:ext cx="167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Poppins Light"/>
              <a:buNone/>
              <a:defRPr sz="1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6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Title and Content">
  <p:cSld name="30_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600"/>
              <a:buFont typeface="Urbanist ExtraBold"/>
              <a:buNone/>
              <a:defRPr>
                <a:solidFill>
                  <a:srgbClr val="7030A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/>
          <p:nvPr>
            <p:ph idx="2" type="pic"/>
          </p:nvPr>
        </p:nvSpPr>
        <p:spPr>
          <a:xfrm>
            <a:off x="0" y="27157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6"/>
          <p:cNvSpPr/>
          <p:nvPr>
            <p:ph idx="3" type="pic"/>
          </p:nvPr>
        </p:nvSpPr>
        <p:spPr>
          <a:xfrm>
            <a:off x="1308100" y="27157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6"/>
          <p:cNvSpPr/>
          <p:nvPr>
            <p:ph idx="4" type="pic"/>
          </p:nvPr>
        </p:nvSpPr>
        <p:spPr>
          <a:xfrm>
            <a:off x="2616200" y="27157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6"/>
          <p:cNvSpPr/>
          <p:nvPr>
            <p:ph idx="5" type="pic"/>
          </p:nvPr>
        </p:nvSpPr>
        <p:spPr>
          <a:xfrm>
            <a:off x="3924300" y="27157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6"/>
          <p:cNvSpPr/>
          <p:nvPr>
            <p:ph idx="6" type="pic"/>
          </p:nvPr>
        </p:nvSpPr>
        <p:spPr>
          <a:xfrm>
            <a:off x="5232400" y="27157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6"/>
          <p:cNvSpPr/>
          <p:nvPr>
            <p:ph idx="7" type="pic"/>
          </p:nvPr>
        </p:nvSpPr>
        <p:spPr>
          <a:xfrm>
            <a:off x="6540500" y="27157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6"/>
          <p:cNvSpPr/>
          <p:nvPr>
            <p:ph idx="8" type="pic"/>
          </p:nvPr>
        </p:nvSpPr>
        <p:spPr>
          <a:xfrm>
            <a:off x="7848600" y="27157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6"/>
          <p:cNvSpPr/>
          <p:nvPr>
            <p:ph idx="9" type="pic"/>
          </p:nvPr>
        </p:nvSpPr>
        <p:spPr>
          <a:xfrm>
            <a:off x="0" y="39391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6"/>
          <p:cNvSpPr/>
          <p:nvPr>
            <p:ph idx="13" type="pic"/>
          </p:nvPr>
        </p:nvSpPr>
        <p:spPr>
          <a:xfrm>
            <a:off x="1308100" y="39391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6"/>
          <p:cNvSpPr/>
          <p:nvPr>
            <p:ph idx="14" type="pic"/>
          </p:nvPr>
        </p:nvSpPr>
        <p:spPr>
          <a:xfrm>
            <a:off x="2616200" y="39391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"/>
          <p:cNvSpPr/>
          <p:nvPr>
            <p:ph idx="15" type="pic"/>
          </p:nvPr>
        </p:nvSpPr>
        <p:spPr>
          <a:xfrm>
            <a:off x="3924300" y="39391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6"/>
          <p:cNvSpPr/>
          <p:nvPr>
            <p:ph idx="16" type="pic"/>
          </p:nvPr>
        </p:nvSpPr>
        <p:spPr>
          <a:xfrm>
            <a:off x="5232400" y="39391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6"/>
          <p:cNvSpPr/>
          <p:nvPr>
            <p:ph idx="17" type="pic"/>
          </p:nvPr>
        </p:nvSpPr>
        <p:spPr>
          <a:xfrm>
            <a:off x="6540500" y="39391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6"/>
          <p:cNvSpPr/>
          <p:nvPr>
            <p:ph idx="18" type="pic"/>
          </p:nvPr>
        </p:nvSpPr>
        <p:spPr>
          <a:xfrm>
            <a:off x="7848600" y="39391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_Title and Content">
  <p:cSld name="41_Title and Conte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>
            <p:ph idx="2" type="pic"/>
          </p:nvPr>
        </p:nvSpPr>
        <p:spPr>
          <a:xfrm>
            <a:off x="609600" y="2571750"/>
            <a:ext cx="1143000" cy="1066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7"/>
          <p:cNvSpPr/>
          <p:nvPr>
            <p:ph idx="3" type="pic"/>
          </p:nvPr>
        </p:nvSpPr>
        <p:spPr>
          <a:xfrm>
            <a:off x="1752600" y="2571750"/>
            <a:ext cx="1143000" cy="1066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7"/>
          <p:cNvSpPr/>
          <p:nvPr>
            <p:ph idx="4" type="pic"/>
          </p:nvPr>
        </p:nvSpPr>
        <p:spPr>
          <a:xfrm>
            <a:off x="2895600" y="2571750"/>
            <a:ext cx="1143000" cy="1066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"/>
          <p:cNvSpPr/>
          <p:nvPr>
            <p:ph idx="5" type="pic"/>
          </p:nvPr>
        </p:nvSpPr>
        <p:spPr>
          <a:xfrm>
            <a:off x="609600" y="3638550"/>
            <a:ext cx="1143000" cy="1066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7"/>
          <p:cNvSpPr/>
          <p:nvPr>
            <p:ph idx="6" type="pic"/>
          </p:nvPr>
        </p:nvSpPr>
        <p:spPr>
          <a:xfrm>
            <a:off x="1752600" y="3638550"/>
            <a:ext cx="1143000" cy="1066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7"/>
          <p:cNvSpPr/>
          <p:nvPr>
            <p:ph idx="7" type="pic"/>
          </p:nvPr>
        </p:nvSpPr>
        <p:spPr>
          <a:xfrm>
            <a:off x="2895600" y="3638550"/>
            <a:ext cx="1143000" cy="1066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7"/>
          <p:cNvSpPr/>
          <p:nvPr>
            <p:ph idx="8" type="pic"/>
          </p:nvPr>
        </p:nvSpPr>
        <p:spPr>
          <a:xfrm>
            <a:off x="609600" y="1504951"/>
            <a:ext cx="1143000" cy="1066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7"/>
          <p:cNvSpPr/>
          <p:nvPr>
            <p:ph idx="9" type="pic"/>
          </p:nvPr>
        </p:nvSpPr>
        <p:spPr>
          <a:xfrm>
            <a:off x="1752600" y="1504951"/>
            <a:ext cx="1143000" cy="1066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7"/>
          <p:cNvSpPr/>
          <p:nvPr>
            <p:ph idx="13" type="pic"/>
          </p:nvPr>
        </p:nvSpPr>
        <p:spPr>
          <a:xfrm>
            <a:off x="2895600" y="1504950"/>
            <a:ext cx="1143000" cy="1066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600"/>
              <a:buFont typeface="Urbanist ExtraBold"/>
              <a:buNone/>
              <a:defRPr>
                <a:solidFill>
                  <a:srgbClr val="7030A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Title and Content">
  <p:cSld name="36_Title and Conte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600"/>
              <a:buFont typeface="Roboto Slab"/>
              <a:buNone/>
              <a:defRPr b="1" i="0">
                <a:solidFill>
                  <a:srgbClr val="7030A0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"/>
          <p:cNvSpPr/>
          <p:nvPr>
            <p:ph idx="2" type="pic"/>
          </p:nvPr>
        </p:nvSpPr>
        <p:spPr>
          <a:xfrm>
            <a:off x="0" y="17335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8"/>
          <p:cNvSpPr/>
          <p:nvPr>
            <p:ph idx="3" type="pic"/>
          </p:nvPr>
        </p:nvSpPr>
        <p:spPr>
          <a:xfrm>
            <a:off x="2616200" y="17335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8"/>
          <p:cNvSpPr/>
          <p:nvPr>
            <p:ph idx="4" type="pic"/>
          </p:nvPr>
        </p:nvSpPr>
        <p:spPr>
          <a:xfrm>
            <a:off x="5232400" y="17335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8"/>
          <p:cNvSpPr/>
          <p:nvPr>
            <p:ph idx="5" type="pic"/>
          </p:nvPr>
        </p:nvSpPr>
        <p:spPr>
          <a:xfrm>
            <a:off x="7848600" y="17335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8"/>
          <p:cNvSpPr/>
          <p:nvPr>
            <p:ph idx="6" type="pic"/>
          </p:nvPr>
        </p:nvSpPr>
        <p:spPr>
          <a:xfrm>
            <a:off x="1308100" y="29569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8"/>
          <p:cNvSpPr/>
          <p:nvPr>
            <p:ph idx="7" type="pic"/>
          </p:nvPr>
        </p:nvSpPr>
        <p:spPr>
          <a:xfrm>
            <a:off x="3924300" y="29569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8"/>
          <p:cNvSpPr/>
          <p:nvPr>
            <p:ph idx="8" type="pic"/>
          </p:nvPr>
        </p:nvSpPr>
        <p:spPr>
          <a:xfrm>
            <a:off x="6540500" y="2956950"/>
            <a:ext cx="1295400" cy="12234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8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_Title and Content">
  <p:cSld name="47_Title and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600"/>
              <a:buFont typeface="Roboto Slab"/>
              <a:buNone/>
              <a:defRPr b="1" i="0">
                <a:solidFill>
                  <a:srgbClr val="7030A0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"/>
          <p:cNvSpPr/>
          <p:nvPr>
            <p:ph idx="2" type="pic"/>
          </p:nvPr>
        </p:nvSpPr>
        <p:spPr>
          <a:xfrm>
            <a:off x="2209800" y="1576950"/>
            <a:ext cx="1537454" cy="14520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9"/>
          <p:cNvSpPr/>
          <p:nvPr>
            <p:ph idx="3" type="pic"/>
          </p:nvPr>
        </p:nvSpPr>
        <p:spPr>
          <a:xfrm>
            <a:off x="5257800" y="1572750"/>
            <a:ext cx="1537454" cy="14520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9"/>
          <p:cNvSpPr/>
          <p:nvPr>
            <p:ph idx="4" type="pic"/>
          </p:nvPr>
        </p:nvSpPr>
        <p:spPr>
          <a:xfrm>
            <a:off x="685800" y="3024750"/>
            <a:ext cx="1537454" cy="1452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9"/>
          <p:cNvSpPr/>
          <p:nvPr>
            <p:ph idx="5" type="pic"/>
          </p:nvPr>
        </p:nvSpPr>
        <p:spPr>
          <a:xfrm>
            <a:off x="3733800" y="3024750"/>
            <a:ext cx="1537454" cy="14520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9"/>
          <p:cNvSpPr/>
          <p:nvPr>
            <p:ph idx="6" type="pic"/>
          </p:nvPr>
        </p:nvSpPr>
        <p:spPr>
          <a:xfrm>
            <a:off x="6781800" y="3024750"/>
            <a:ext cx="1537454" cy="14520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9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0"/>
          <p:cNvSpPr/>
          <p:nvPr>
            <p:ph idx="2" type="pic"/>
          </p:nvPr>
        </p:nvSpPr>
        <p:spPr>
          <a:xfrm>
            <a:off x="5334000" y="1657350"/>
            <a:ext cx="2133600" cy="213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7" name="Google Shape;97;p10"/>
          <p:cNvSpPr/>
          <p:nvPr>
            <p:ph idx="3" type="pic"/>
          </p:nvPr>
        </p:nvSpPr>
        <p:spPr>
          <a:xfrm>
            <a:off x="1676400" y="1657350"/>
            <a:ext cx="2133600" cy="213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8" name="Google Shape;98;p10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/>
          <p:nvPr>
            <p:ph idx="2" type="pic"/>
          </p:nvPr>
        </p:nvSpPr>
        <p:spPr>
          <a:xfrm>
            <a:off x="533400" y="1428750"/>
            <a:ext cx="1524000" cy="152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2" name="Google Shape;102;p11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 Light"/>
              <a:buNone/>
              <a:defRPr sz="13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1"/>
          <p:cNvSpPr/>
          <p:nvPr>
            <p:ph idx="3" type="pic"/>
          </p:nvPr>
        </p:nvSpPr>
        <p:spPr>
          <a:xfrm>
            <a:off x="533400" y="3105150"/>
            <a:ext cx="1524000" cy="15240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and Content">
  <p:cSld name="12_Title and Conte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_Title and Content">
  <p:cSld name="43_Title and Conte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/>
          <p:nvPr>
            <p:ph idx="2" type="pic"/>
          </p:nvPr>
        </p:nvSpPr>
        <p:spPr>
          <a:xfrm>
            <a:off x="4562002" y="1504950"/>
            <a:ext cx="2300998" cy="167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3"/>
          <p:cNvSpPr/>
          <p:nvPr>
            <p:ph idx="3" type="pic"/>
          </p:nvPr>
        </p:nvSpPr>
        <p:spPr>
          <a:xfrm>
            <a:off x="6843002" y="1504950"/>
            <a:ext cx="2300998" cy="167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3"/>
          <p:cNvSpPr/>
          <p:nvPr>
            <p:ph idx="4" type="pic"/>
          </p:nvPr>
        </p:nvSpPr>
        <p:spPr>
          <a:xfrm>
            <a:off x="0" y="1504950"/>
            <a:ext cx="2300998" cy="16764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3"/>
          <p:cNvSpPr/>
          <p:nvPr>
            <p:ph idx="5" type="pic"/>
          </p:nvPr>
        </p:nvSpPr>
        <p:spPr>
          <a:xfrm>
            <a:off x="2281001" y="1504950"/>
            <a:ext cx="2300998" cy="16764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3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600"/>
              <a:buFont typeface="Roboto Slab"/>
              <a:buNone/>
              <a:defRPr b="1" i="0">
                <a:solidFill>
                  <a:srgbClr val="7030A0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 Light"/>
              <a:buNone/>
              <a:defRPr sz="13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Title and Content">
  <p:cSld name="31_Title and Conten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4"/>
          <p:cNvSpPr/>
          <p:nvPr>
            <p:ph idx="2" type="pic"/>
          </p:nvPr>
        </p:nvSpPr>
        <p:spPr>
          <a:xfrm>
            <a:off x="5257800" y="15049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6" name="Google Shape;116;p14"/>
          <p:cNvSpPr/>
          <p:nvPr>
            <p:ph idx="3" type="pic"/>
          </p:nvPr>
        </p:nvSpPr>
        <p:spPr>
          <a:xfrm>
            <a:off x="6477000" y="15049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7" name="Google Shape;117;p14"/>
          <p:cNvSpPr/>
          <p:nvPr>
            <p:ph idx="4" type="pic"/>
          </p:nvPr>
        </p:nvSpPr>
        <p:spPr>
          <a:xfrm>
            <a:off x="4648200" y="24727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14"/>
          <p:cNvSpPr/>
          <p:nvPr>
            <p:ph idx="5" type="pic"/>
          </p:nvPr>
        </p:nvSpPr>
        <p:spPr>
          <a:xfrm>
            <a:off x="5867400" y="24727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9" name="Google Shape;119;p14"/>
          <p:cNvSpPr/>
          <p:nvPr>
            <p:ph idx="6" type="pic"/>
          </p:nvPr>
        </p:nvSpPr>
        <p:spPr>
          <a:xfrm>
            <a:off x="7109400" y="24955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4"/>
          <p:cNvSpPr/>
          <p:nvPr>
            <p:ph idx="7" type="pic"/>
          </p:nvPr>
        </p:nvSpPr>
        <p:spPr>
          <a:xfrm>
            <a:off x="5257800" y="34633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14"/>
          <p:cNvSpPr/>
          <p:nvPr>
            <p:ph idx="8" type="pic"/>
          </p:nvPr>
        </p:nvSpPr>
        <p:spPr>
          <a:xfrm>
            <a:off x="6477000" y="34633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" name="Google Shape;122;p14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 Light"/>
              <a:buNone/>
              <a:defRPr sz="13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4572000" y="1711278"/>
            <a:ext cx="29196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2" type="body"/>
          </p:nvPr>
        </p:nvSpPr>
        <p:spPr>
          <a:xfrm>
            <a:off x="4071418" y="2152650"/>
            <a:ext cx="4081981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Poppins Light"/>
              <a:buNone/>
              <a:defRPr sz="1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oppins Light"/>
              <a:buNone/>
              <a:defRPr sz="12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5"/>
          <p:cNvSpPr/>
          <p:nvPr>
            <p:ph idx="3" type="pic"/>
          </p:nvPr>
        </p:nvSpPr>
        <p:spPr>
          <a:xfrm>
            <a:off x="838200" y="1581150"/>
            <a:ext cx="2590800" cy="2590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15"/>
          <p:cNvSpPr txBox="1"/>
          <p:nvPr>
            <p:ph idx="4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 Light"/>
              <a:buNone/>
              <a:defRPr sz="13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Title and Content">
  <p:cSld name="33_Title and Conten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>
            <p:ph idx="2" type="pic"/>
          </p:nvPr>
        </p:nvSpPr>
        <p:spPr>
          <a:xfrm>
            <a:off x="2179200" y="14743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1" name="Google Shape;131;p16"/>
          <p:cNvSpPr/>
          <p:nvPr>
            <p:ph idx="3" type="pic"/>
          </p:nvPr>
        </p:nvSpPr>
        <p:spPr>
          <a:xfrm>
            <a:off x="3375600" y="14743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6"/>
          <p:cNvSpPr/>
          <p:nvPr>
            <p:ph idx="4" type="pic"/>
          </p:nvPr>
        </p:nvSpPr>
        <p:spPr>
          <a:xfrm>
            <a:off x="4594800" y="14743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6"/>
          <p:cNvSpPr/>
          <p:nvPr>
            <p:ph idx="5" type="pic"/>
          </p:nvPr>
        </p:nvSpPr>
        <p:spPr>
          <a:xfrm>
            <a:off x="2766000" y="24421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6"/>
          <p:cNvSpPr/>
          <p:nvPr>
            <p:ph idx="6" type="pic"/>
          </p:nvPr>
        </p:nvSpPr>
        <p:spPr>
          <a:xfrm>
            <a:off x="3985200" y="24421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16"/>
          <p:cNvSpPr/>
          <p:nvPr>
            <p:ph idx="7" type="pic"/>
          </p:nvPr>
        </p:nvSpPr>
        <p:spPr>
          <a:xfrm>
            <a:off x="5814000" y="14743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6" name="Google Shape;136;p16"/>
          <p:cNvSpPr/>
          <p:nvPr>
            <p:ph idx="8" type="pic"/>
          </p:nvPr>
        </p:nvSpPr>
        <p:spPr>
          <a:xfrm>
            <a:off x="5227200" y="24649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7" name="Google Shape;137;p16"/>
          <p:cNvSpPr/>
          <p:nvPr>
            <p:ph idx="9" type="pic"/>
          </p:nvPr>
        </p:nvSpPr>
        <p:spPr>
          <a:xfrm>
            <a:off x="2170800" y="34327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8" name="Google Shape;138;p16"/>
          <p:cNvSpPr/>
          <p:nvPr>
            <p:ph idx="13" type="pic"/>
          </p:nvPr>
        </p:nvSpPr>
        <p:spPr>
          <a:xfrm>
            <a:off x="3375600" y="34327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9" name="Google Shape;139;p16"/>
          <p:cNvSpPr/>
          <p:nvPr>
            <p:ph idx="14" type="pic"/>
          </p:nvPr>
        </p:nvSpPr>
        <p:spPr>
          <a:xfrm>
            <a:off x="4594800" y="34327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0" name="Google Shape;140;p16"/>
          <p:cNvSpPr/>
          <p:nvPr>
            <p:ph idx="15" type="pic"/>
          </p:nvPr>
        </p:nvSpPr>
        <p:spPr>
          <a:xfrm>
            <a:off x="5890200" y="3432750"/>
            <a:ext cx="1044000" cy="104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6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6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Title and Content">
  <p:cSld name="34_Title and Conten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>
            <p:ph idx="2" type="pic"/>
          </p:nvPr>
        </p:nvSpPr>
        <p:spPr>
          <a:xfrm>
            <a:off x="4724400" y="1572750"/>
            <a:ext cx="1905000" cy="15282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17"/>
          <p:cNvSpPr/>
          <p:nvPr>
            <p:ph idx="3" type="pic"/>
          </p:nvPr>
        </p:nvSpPr>
        <p:spPr>
          <a:xfrm>
            <a:off x="4724400" y="3177150"/>
            <a:ext cx="1905000" cy="15282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17"/>
          <p:cNvSpPr/>
          <p:nvPr>
            <p:ph idx="4" type="pic"/>
          </p:nvPr>
        </p:nvSpPr>
        <p:spPr>
          <a:xfrm>
            <a:off x="609600" y="1572750"/>
            <a:ext cx="1905000" cy="15282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17"/>
          <p:cNvSpPr/>
          <p:nvPr>
            <p:ph idx="5" type="pic"/>
          </p:nvPr>
        </p:nvSpPr>
        <p:spPr>
          <a:xfrm>
            <a:off x="609600" y="3177150"/>
            <a:ext cx="1905000" cy="15282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7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600"/>
              <a:buFont typeface="Roboto Slab"/>
              <a:buNone/>
              <a:defRPr b="1" i="0">
                <a:solidFill>
                  <a:srgbClr val="7030A0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_Title and Content">
  <p:cSld name="35_Title and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/>
          <p:nvPr>
            <p:ph idx="2" type="pic"/>
          </p:nvPr>
        </p:nvSpPr>
        <p:spPr>
          <a:xfrm>
            <a:off x="2692400" y="1428750"/>
            <a:ext cx="1676400" cy="9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18"/>
          <p:cNvSpPr/>
          <p:nvPr>
            <p:ph idx="3" type="pic"/>
          </p:nvPr>
        </p:nvSpPr>
        <p:spPr>
          <a:xfrm>
            <a:off x="609600" y="1428750"/>
            <a:ext cx="1676400" cy="9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8"/>
          <p:cNvSpPr/>
          <p:nvPr>
            <p:ph idx="4" type="pic"/>
          </p:nvPr>
        </p:nvSpPr>
        <p:spPr>
          <a:xfrm>
            <a:off x="4775200" y="1428750"/>
            <a:ext cx="1676400" cy="9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18"/>
          <p:cNvSpPr/>
          <p:nvPr>
            <p:ph idx="5" type="pic"/>
          </p:nvPr>
        </p:nvSpPr>
        <p:spPr>
          <a:xfrm>
            <a:off x="6858000" y="1428750"/>
            <a:ext cx="1676400" cy="9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8"/>
          <p:cNvSpPr/>
          <p:nvPr>
            <p:ph idx="6" type="pic"/>
          </p:nvPr>
        </p:nvSpPr>
        <p:spPr>
          <a:xfrm>
            <a:off x="2667000" y="3028950"/>
            <a:ext cx="1676400" cy="9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18"/>
          <p:cNvSpPr/>
          <p:nvPr>
            <p:ph idx="7" type="pic"/>
          </p:nvPr>
        </p:nvSpPr>
        <p:spPr>
          <a:xfrm>
            <a:off x="609600" y="3028950"/>
            <a:ext cx="1676400" cy="9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18"/>
          <p:cNvSpPr/>
          <p:nvPr>
            <p:ph idx="8" type="pic"/>
          </p:nvPr>
        </p:nvSpPr>
        <p:spPr>
          <a:xfrm>
            <a:off x="4800600" y="3028950"/>
            <a:ext cx="1676400" cy="9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18"/>
          <p:cNvSpPr/>
          <p:nvPr>
            <p:ph idx="9" type="pic"/>
          </p:nvPr>
        </p:nvSpPr>
        <p:spPr>
          <a:xfrm>
            <a:off x="6858000" y="3028950"/>
            <a:ext cx="1676400" cy="9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18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600"/>
              <a:buFont typeface="Roboto Slab"/>
              <a:buNone/>
              <a:defRPr b="1" i="0">
                <a:solidFill>
                  <a:srgbClr val="7030A0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and Content">
  <p:cSld name="16_Title and Conte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>
            <p:ph idx="2" type="pic"/>
          </p:nvPr>
        </p:nvSpPr>
        <p:spPr>
          <a:xfrm>
            <a:off x="0" y="1504950"/>
            <a:ext cx="9144000" cy="21336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19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9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and Content">
  <p:cSld name="8_Title and Conten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/>
          <p:nvPr>
            <p:ph idx="2" type="pic"/>
          </p:nvPr>
        </p:nvSpPr>
        <p:spPr>
          <a:xfrm>
            <a:off x="0" y="1733550"/>
            <a:ext cx="4724400" cy="28956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20"/>
          <p:cNvSpPr txBox="1"/>
          <p:nvPr>
            <p:ph idx="1" type="body"/>
          </p:nvPr>
        </p:nvSpPr>
        <p:spPr>
          <a:xfrm>
            <a:off x="5475291" y="2274270"/>
            <a:ext cx="2994025" cy="121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0"/>
          <p:cNvSpPr txBox="1"/>
          <p:nvPr>
            <p:ph idx="3" type="body"/>
          </p:nvPr>
        </p:nvSpPr>
        <p:spPr>
          <a:xfrm>
            <a:off x="5486400" y="1885950"/>
            <a:ext cx="1730375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Slab"/>
              <a:buNone/>
              <a:defRPr b="1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Libre Franklin Medium"/>
              <a:buNone/>
              <a:defRPr sz="1400">
                <a:latin typeface="Libre Franklin Medium"/>
                <a:ea typeface="Libre Franklin Medium"/>
                <a:cs typeface="Libre Franklin Medium"/>
                <a:sym typeface="Libre Franklin Medium"/>
              </a:defRPr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Libre Franklin Medium"/>
              <a:buNone/>
              <a:defRPr sz="1400">
                <a:latin typeface="Libre Franklin Medium"/>
                <a:ea typeface="Libre Franklin Medium"/>
                <a:cs typeface="Libre Franklin Medium"/>
                <a:sym typeface="Libre Franklin Medium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Libre Franklin Medium"/>
              <a:buNone/>
              <a:defRPr sz="1400">
                <a:latin typeface="Libre Franklin Medium"/>
                <a:ea typeface="Libre Franklin Medium"/>
                <a:cs typeface="Libre Franklin Medium"/>
                <a:sym typeface="Libre Franklin Medium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Libre Franklin Medium"/>
              <a:buNone/>
              <a:defRPr sz="1400">
                <a:latin typeface="Libre Franklin Medium"/>
                <a:ea typeface="Libre Franklin Medium"/>
                <a:cs typeface="Libre Franklin Medium"/>
                <a:sym typeface="Libre Franklin Medium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20"/>
          <p:cNvSpPr txBox="1"/>
          <p:nvPr>
            <p:ph idx="4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0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and Content">
  <p:cSld name="26_Title and Conten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>
            <p:ph idx="2" type="pic"/>
          </p:nvPr>
        </p:nvSpPr>
        <p:spPr>
          <a:xfrm>
            <a:off x="1216" y="-18290"/>
            <a:ext cx="9144000" cy="36568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Title and Content">
  <p:cSld name="39_Title and Conten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2"/>
          <p:cNvSpPr/>
          <p:nvPr>
            <p:ph idx="2" type="pic"/>
          </p:nvPr>
        </p:nvSpPr>
        <p:spPr>
          <a:xfrm>
            <a:off x="4572000" y="438150"/>
            <a:ext cx="1905000" cy="42672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2"/>
          <p:cNvSpPr/>
          <p:nvPr>
            <p:ph idx="3" type="pic"/>
          </p:nvPr>
        </p:nvSpPr>
        <p:spPr>
          <a:xfrm>
            <a:off x="6553200" y="438150"/>
            <a:ext cx="1905000" cy="42672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2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_Title and Content">
  <p:cSld name="37_Title and Conten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/>
          <p:nvPr>
            <p:ph idx="2" type="pic"/>
          </p:nvPr>
        </p:nvSpPr>
        <p:spPr>
          <a:xfrm>
            <a:off x="533401" y="1504950"/>
            <a:ext cx="2969026" cy="158176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3"/>
          <p:cNvSpPr/>
          <p:nvPr>
            <p:ph idx="3" type="pic"/>
          </p:nvPr>
        </p:nvSpPr>
        <p:spPr>
          <a:xfrm>
            <a:off x="5410200" y="3181350"/>
            <a:ext cx="2969026" cy="158176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3"/>
          <p:cNvSpPr/>
          <p:nvPr>
            <p:ph idx="4" type="pic"/>
          </p:nvPr>
        </p:nvSpPr>
        <p:spPr>
          <a:xfrm>
            <a:off x="533400" y="3181350"/>
            <a:ext cx="1460603" cy="158176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3"/>
          <p:cNvSpPr/>
          <p:nvPr>
            <p:ph idx="5" type="pic"/>
          </p:nvPr>
        </p:nvSpPr>
        <p:spPr>
          <a:xfrm>
            <a:off x="3581400" y="1504950"/>
            <a:ext cx="1752999" cy="3213492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23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and Content">
  <p:cSld name="18_Title and Conten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/>
          <p:nvPr>
            <p:ph idx="2" type="pic"/>
          </p:nvPr>
        </p:nvSpPr>
        <p:spPr>
          <a:xfrm>
            <a:off x="609600" y="1657350"/>
            <a:ext cx="2133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24"/>
          <p:cNvSpPr/>
          <p:nvPr>
            <p:ph idx="3" type="pic"/>
          </p:nvPr>
        </p:nvSpPr>
        <p:spPr>
          <a:xfrm>
            <a:off x="2836862" y="1657350"/>
            <a:ext cx="2133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24"/>
          <p:cNvSpPr/>
          <p:nvPr>
            <p:ph idx="4" type="pic"/>
          </p:nvPr>
        </p:nvSpPr>
        <p:spPr>
          <a:xfrm>
            <a:off x="609600" y="3105150"/>
            <a:ext cx="2133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24"/>
          <p:cNvSpPr/>
          <p:nvPr>
            <p:ph idx="5" type="pic"/>
          </p:nvPr>
        </p:nvSpPr>
        <p:spPr>
          <a:xfrm>
            <a:off x="2836862" y="3105150"/>
            <a:ext cx="2133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/>
          <p:nvPr>
            <p:ph idx="2" type="pic"/>
          </p:nvPr>
        </p:nvSpPr>
        <p:spPr>
          <a:xfrm>
            <a:off x="533400" y="1580251"/>
            <a:ext cx="1828800" cy="2440145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25"/>
          <p:cNvSpPr/>
          <p:nvPr>
            <p:ph idx="3" type="pic"/>
          </p:nvPr>
        </p:nvSpPr>
        <p:spPr>
          <a:xfrm>
            <a:off x="2568725" y="1580251"/>
            <a:ext cx="1818825" cy="2440145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5"/>
          <p:cNvSpPr/>
          <p:nvPr>
            <p:ph idx="4" type="pic"/>
          </p:nvPr>
        </p:nvSpPr>
        <p:spPr>
          <a:xfrm>
            <a:off x="4594075" y="1580251"/>
            <a:ext cx="1828800" cy="2439299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5"/>
          <p:cNvSpPr/>
          <p:nvPr>
            <p:ph idx="5" type="pic"/>
          </p:nvPr>
        </p:nvSpPr>
        <p:spPr>
          <a:xfrm>
            <a:off x="6629400" y="1580251"/>
            <a:ext cx="1828800" cy="2439299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/>
          <p:nvPr>
            <p:ph idx="2" type="pic"/>
          </p:nvPr>
        </p:nvSpPr>
        <p:spPr>
          <a:xfrm>
            <a:off x="609600" y="1657350"/>
            <a:ext cx="2514600" cy="24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26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26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6"/>
          <p:cNvSpPr/>
          <p:nvPr>
            <p:ph idx="3" type="pic"/>
          </p:nvPr>
        </p:nvSpPr>
        <p:spPr>
          <a:xfrm>
            <a:off x="3352800" y="1657350"/>
            <a:ext cx="2514600" cy="24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6"/>
          <p:cNvSpPr/>
          <p:nvPr>
            <p:ph idx="4" type="pic"/>
          </p:nvPr>
        </p:nvSpPr>
        <p:spPr>
          <a:xfrm>
            <a:off x="6096000" y="1657350"/>
            <a:ext cx="2514600" cy="2438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_Title and Content">
  <p:cSld name="42_Title and Conten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/>
          <p:nvPr>
            <p:ph idx="2" type="pic"/>
          </p:nvPr>
        </p:nvSpPr>
        <p:spPr>
          <a:xfrm>
            <a:off x="685800" y="1581150"/>
            <a:ext cx="1259999" cy="1259999"/>
          </a:xfrm>
          <a:prstGeom prst="ellipse">
            <a:avLst/>
          </a:prstGeom>
          <a:noFill/>
          <a:ln>
            <a:noFill/>
          </a:ln>
        </p:spPr>
      </p:sp>
      <p:sp>
        <p:nvSpPr>
          <p:cNvPr id="207" name="Google Shape;207;p27"/>
          <p:cNvSpPr/>
          <p:nvPr>
            <p:ph idx="3" type="pic"/>
          </p:nvPr>
        </p:nvSpPr>
        <p:spPr>
          <a:xfrm>
            <a:off x="2228850" y="1581150"/>
            <a:ext cx="1259999" cy="1259999"/>
          </a:xfrm>
          <a:prstGeom prst="ellipse">
            <a:avLst/>
          </a:prstGeom>
          <a:noFill/>
          <a:ln>
            <a:noFill/>
          </a:ln>
        </p:spPr>
      </p:sp>
      <p:sp>
        <p:nvSpPr>
          <p:cNvPr id="208" name="Google Shape;208;p27"/>
          <p:cNvSpPr/>
          <p:nvPr>
            <p:ph idx="4" type="pic"/>
          </p:nvPr>
        </p:nvSpPr>
        <p:spPr>
          <a:xfrm>
            <a:off x="3771900" y="1581150"/>
            <a:ext cx="1259999" cy="1259999"/>
          </a:xfrm>
          <a:prstGeom prst="ellipse">
            <a:avLst/>
          </a:prstGeom>
          <a:noFill/>
          <a:ln>
            <a:noFill/>
          </a:ln>
        </p:spPr>
      </p:sp>
      <p:sp>
        <p:nvSpPr>
          <p:cNvPr id="209" name="Google Shape;209;p27"/>
          <p:cNvSpPr/>
          <p:nvPr>
            <p:ph idx="5" type="pic"/>
          </p:nvPr>
        </p:nvSpPr>
        <p:spPr>
          <a:xfrm>
            <a:off x="6858000" y="1581150"/>
            <a:ext cx="1259999" cy="1259999"/>
          </a:xfrm>
          <a:prstGeom prst="ellipse">
            <a:avLst/>
          </a:prstGeom>
          <a:noFill/>
          <a:ln>
            <a:noFill/>
          </a:ln>
        </p:spPr>
      </p:sp>
      <p:sp>
        <p:nvSpPr>
          <p:cNvPr id="210" name="Google Shape;210;p27"/>
          <p:cNvSpPr/>
          <p:nvPr>
            <p:ph idx="6" type="pic"/>
          </p:nvPr>
        </p:nvSpPr>
        <p:spPr>
          <a:xfrm>
            <a:off x="5314950" y="1581150"/>
            <a:ext cx="1259999" cy="1259999"/>
          </a:xfrm>
          <a:prstGeom prst="ellipse">
            <a:avLst/>
          </a:prstGeom>
          <a:noFill/>
          <a:ln>
            <a:noFill/>
          </a:ln>
        </p:spPr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27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7"/>
          <p:cNvSpPr/>
          <p:nvPr>
            <p:ph idx="7" type="pic"/>
          </p:nvPr>
        </p:nvSpPr>
        <p:spPr>
          <a:xfrm>
            <a:off x="685800" y="3140551"/>
            <a:ext cx="1259999" cy="1259999"/>
          </a:xfrm>
          <a:prstGeom prst="ellipse">
            <a:avLst/>
          </a:prstGeom>
          <a:noFill/>
          <a:ln>
            <a:noFill/>
          </a:ln>
        </p:spPr>
      </p:sp>
      <p:sp>
        <p:nvSpPr>
          <p:cNvPr id="214" name="Google Shape;214;p27"/>
          <p:cNvSpPr/>
          <p:nvPr>
            <p:ph idx="8" type="pic"/>
          </p:nvPr>
        </p:nvSpPr>
        <p:spPr>
          <a:xfrm>
            <a:off x="2228850" y="3140551"/>
            <a:ext cx="1259999" cy="1259999"/>
          </a:xfrm>
          <a:prstGeom prst="ellipse">
            <a:avLst/>
          </a:prstGeom>
          <a:noFill/>
          <a:ln>
            <a:noFill/>
          </a:ln>
        </p:spPr>
      </p:sp>
      <p:sp>
        <p:nvSpPr>
          <p:cNvPr id="215" name="Google Shape;215;p27"/>
          <p:cNvSpPr/>
          <p:nvPr>
            <p:ph idx="9" type="pic"/>
          </p:nvPr>
        </p:nvSpPr>
        <p:spPr>
          <a:xfrm>
            <a:off x="3771900" y="3140551"/>
            <a:ext cx="1259999" cy="1259999"/>
          </a:xfrm>
          <a:prstGeom prst="ellipse">
            <a:avLst/>
          </a:prstGeom>
          <a:noFill/>
          <a:ln>
            <a:noFill/>
          </a:ln>
        </p:spPr>
      </p:sp>
      <p:sp>
        <p:nvSpPr>
          <p:cNvPr id="216" name="Google Shape;216;p27"/>
          <p:cNvSpPr/>
          <p:nvPr>
            <p:ph idx="13" type="pic"/>
          </p:nvPr>
        </p:nvSpPr>
        <p:spPr>
          <a:xfrm>
            <a:off x="6858000" y="3140551"/>
            <a:ext cx="1259999" cy="1259999"/>
          </a:xfrm>
          <a:prstGeom prst="ellipse">
            <a:avLst/>
          </a:prstGeom>
          <a:noFill/>
          <a:ln>
            <a:noFill/>
          </a:ln>
        </p:spPr>
      </p:sp>
      <p:sp>
        <p:nvSpPr>
          <p:cNvPr id="217" name="Google Shape;217;p27"/>
          <p:cNvSpPr/>
          <p:nvPr>
            <p:ph idx="14" type="pic"/>
          </p:nvPr>
        </p:nvSpPr>
        <p:spPr>
          <a:xfrm>
            <a:off x="5314950" y="3140551"/>
            <a:ext cx="1259999" cy="1259999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8"/>
          <p:cNvSpPr/>
          <p:nvPr>
            <p:ph idx="2" type="pic"/>
          </p:nvPr>
        </p:nvSpPr>
        <p:spPr>
          <a:xfrm>
            <a:off x="3314700" y="1657350"/>
            <a:ext cx="2133600" cy="213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1" name="Google Shape;221;p28"/>
          <p:cNvSpPr/>
          <p:nvPr>
            <p:ph idx="3" type="pic"/>
          </p:nvPr>
        </p:nvSpPr>
        <p:spPr>
          <a:xfrm>
            <a:off x="609600" y="1657350"/>
            <a:ext cx="2133600" cy="213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2" name="Google Shape;222;p28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28"/>
          <p:cNvSpPr/>
          <p:nvPr>
            <p:ph idx="4" type="pic"/>
          </p:nvPr>
        </p:nvSpPr>
        <p:spPr>
          <a:xfrm>
            <a:off x="6019800" y="1657350"/>
            <a:ext cx="2133600" cy="2133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_Title and Content">
  <p:cSld name="38_Title and Conten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/>
        </p:nvSpPr>
        <p:spPr>
          <a:xfrm>
            <a:off x="0" y="828"/>
            <a:ext cx="9143999" cy="29527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6" name="Google Shape;226;p29"/>
          <p:cNvSpPr/>
          <p:nvPr>
            <p:ph idx="2" type="pic"/>
          </p:nvPr>
        </p:nvSpPr>
        <p:spPr>
          <a:xfrm>
            <a:off x="3810000" y="666750"/>
            <a:ext cx="1527048" cy="1527048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itle and Content">
  <p:cSld name="19_Title and Conten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/>
          <p:nvPr>
            <p:ph idx="2" type="pic"/>
          </p:nvPr>
        </p:nvSpPr>
        <p:spPr>
          <a:xfrm>
            <a:off x="0" y="0"/>
            <a:ext cx="6019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30"/>
          <p:cNvSpPr txBox="1"/>
          <p:nvPr>
            <p:ph type="title"/>
          </p:nvPr>
        </p:nvSpPr>
        <p:spPr>
          <a:xfrm>
            <a:off x="6324600" y="647700"/>
            <a:ext cx="1676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and Content">
  <p:cSld name="10_Title and Conten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31"/>
          <p:cNvSpPr txBox="1"/>
          <p:nvPr>
            <p:ph idx="1" type="body"/>
          </p:nvPr>
        </p:nvSpPr>
        <p:spPr>
          <a:xfrm>
            <a:off x="5029200" y="2041523"/>
            <a:ext cx="350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 sz="11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31"/>
          <p:cNvSpPr txBox="1"/>
          <p:nvPr>
            <p:ph idx="3" type="body"/>
          </p:nvPr>
        </p:nvSpPr>
        <p:spPr>
          <a:xfrm>
            <a:off x="5638800" y="3108325"/>
            <a:ext cx="24384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p31"/>
          <p:cNvSpPr txBox="1"/>
          <p:nvPr>
            <p:ph idx="4" type="body"/>
          </p:nvPr>
        </p:nvSpPr>
        <p:spPr>
          <a:xfrm>
            <a:off x="5638800" y="3562350"/>
            <a:ext cx="2438400" cy="465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31"/>
          <p:cNvSpPr txBox="1"/>
          <p:nvPr>
            <p:ph idx="5" type="body"/>
          </p:nvPr>
        </p:nvSpPr>
        <p:spPr>
          <a:xfrm>
            <a:off x="5029200" y="1733552"/>
            <a:ext cx="3505200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Slab"/>
              <a:buNone/>
              <a:defRPr b="1" sz="11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228600" lvl="1" marL="9144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Open Sans"/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Open Sans"/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Open Sans"/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Open Sans"/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31"/>
          <p:cNvSpPr txBox="1"/>
          <p:nvPr>
            <p:ph type="title"/>
          </p:nvPr>
        </p:nvSpPr>
        <p:spPr>
          <a:xfrm>
            <a:off x="4953000" y="438150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/>
          <p:nvPr>
            <p:ph idx="2" type="pic"/>
          </p:nvPr>
        </p:nvSpPr>
        <p:spPr>
          <a:xfrm>
            <a:off x="2514600" y="1580251"/>
            <a:ext cx="1895856" cy="2591699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32"/>
          <p:cNvSpPr/>
          <p:nvPr>
            <p:ph idx="3" type="pic"/>
          </p:nvPr>
        </p:nvSpPr>
        <p:spPr>
          <a:xfrm>
            <a:off x="6551946" y="1580251"/>
            <a:ext cx="1906254" cy="2590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32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32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/>
          <p:nvPr>
            <p:ph idx="2" type="pic"/>
          </p:nvPr>
        </p:nvSpPr>
        <p:spPr>
          <a:xfrm>
            <a:off x="4724400" y="1657350"/>
            <a:ext cx="3733800" cy="24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33"/>
          <p:cNvSpPr/>
          <p:nvPr>
            <p:ph idx="3" type="pic"/>
          </p:nvPr>
        </p:nvSpPr>
        <p:spPr>
          <a:xfrm>
            <a:off x="685800" y="1657350"/>
            <a:ext cx="3733800" cy="24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3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33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/>
          <p:nvPr>
            <p:ph idx="2" type="pic"/>
          </p:nvPr>
        </p:nvSpPr>
        <p:spPr>
          <a:xfrm>
            <a:off x="0" y="1504951"/>
            <a:ext cx="9144000" cy="1187999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/>
          <p:nvPr>
            <p:ph idx="3" type="pic"/>
          </p:nvPr>
        </p:nvSpPr>
        <p:spPr>
          <a:xfrm>
            <a:off x="0" y="2730226"/>
            <a:ext cx="9144000" cy="1187999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34"/>
          <p:cNvSpPr/>
          <p:nvPr>
            <p:ph idx="4" type="pic"/>
          </p:nvPr>
        </p:nvSpPr>
        <p:spPr>
          <a:xfrm>
            <a:off x="0" y="3955501"/>
            <a:ext cx="9144000" cy="1187999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4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34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/>
          <p:nvPr>
            <p:ph idx="2" type="pic"/>
          </p:nvPr>
        </p:nvSpPr>
        <p:spPr>
          <a:xfrm>
            <a:off x="0" y="1504950"/>
            <a:ext cx="3429000" cy="3082925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3733800" y="2046286"/>
            <a:ext cx="212725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35"/>
          <p:cNvSpPr txBox="1"/>
          <p:nvPr>
            <p:ph idx="3" type="body"/>
          </p:nvPr>
        </p:nvSpPr>
        <p:spPr>
          <a:xfrm>
            <a:off x="6407150" y="2038348"/>
            <a:ext cx="212725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35"/>
          <p:cNvSpPr txBox="1"/>
          <p:nvPr>
            <p:ph idx="4" type="body"/>
          </p:nvPr>
        </p:nvSpPr>
        <p:spPr>
          <a:xfrm>
            <a:off x="3736975" y="3633926"/>
            <a:ext cx="212725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35"/>
          <p:cNvSpPr txBox="1"/>
          <p:nvPr>
            <p:ph idx="5" type="body"/>
          </p:nvPr>
        </p:nvSpPr>
        <p:spPr>
          <a:xfrm>
            <a:off x="6410325" y="3625988"/>
            <a:ext cx="212725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" name="Google Shape;259;p35"/>
          <p:cNvSpPr txBox="1"/>
          <p:nvPr>
            <p:ph idx="6" type="body"/>
          </p:nvPr>
        </p:nvSpPr>
        <p:spPr>
          <a:xfrm>
            <a:off x="4114800" y="1673223"/>
            <a:ext cx="1600200" cy="308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B0B0B"/>
              </a:buClr>
              <a:buSzPts val="1200"/>
              <a:buFont typeface="Roboto Slab"/>
              <a:buNone/>
              <a:defRPr b="1" sz="1200">
                <a:solidFill>
                  <a:srgbClr val="0B0B0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" name="Google Shape;260;p35"/>
          <p:cNvSpPr txBox="1"/>
          <p:nvPr>
            <p:ph idx="7" type="body"/>
          </p:nvPr>
        </p:nvSpPr>
        <p:spPr>
          <a:xfrm>
            <a:off x="6781800" y="1673223"/>
            <a:ext cx="1600200" cy="308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B0B0B"/>
              </a:buClr>
              <a:buSzPts val="1200"/>
              <a:buFont typeface="Roboto Slab"/>
              <a:buNone/>
              <a:defRPr b="1" sz="1200">
                <a:solidFill>
                  <a:srgbClr val="0B0B0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35"/>
          <p:cNvSpPr txBox="1"/>
          <p:nvPr>
            <p:ph idx="8" type="body"/>
          </p:nvPr>
        </p:nvSpPr>
        <p:spPr>
          <a:xfrm>
            <a:off x="4114800" y="3257550"/>
            <a:ext cx="1600200" cy="308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B0B0B"/>
              </a:buClr>
              <a:buSzPts val="1200"/>
              <a:buFont typeface="Roboto Slab"/>
              <a:buNone/>
              <a:defRPr b="1" sz="1200">
                <a:solidFill>
                  <a:srgbClr val="0B0B0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" name="Google Shape;262;p35"/>
          <p:cNvSpPr txBox="1"/>
          <p:nvPr>
            <p:ph idx="9" type="body"/>
          </p:nvPr>
        </p:nvSpPr>
        <p:spPr>
          <a:xfrm>
            <a:off x="6781800" y="3257550"/>
            <a:ext cx="1600200" cy="308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B0B0B"/>
              </a:buClr>
              <a:buSzPts val="1200"/>
              <a:buFont typeface="Roboto Slab"/>
              <a:buNone/>
              <a:defRPr b="1" sz="1200">
                <a:solidFill>
                  <a:srgbClr val="0B0B0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35"/>
          <p:cNvSpPr txBox="1"/>
          <p:nvPr>
            <p:ph idx="13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4" name="Google Shape;264;p35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/>
          <p:nvPr>
            <p:ph idx="2" type="pic"/>
          </p:nvPr>
        </p:nvSpPr>
        <p:spPr>
          <a:xfrm>
            <a:off x="4572000" y="1809750"/>
            <a:ext cx="2133600" cy="335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6"/>
          <p:cNvSpPr/>
          <p:nvPr>
            <p:ph idx="3" type="pic"/>
          </p:nvPr>
        </p:nvSpPr>
        <p:spPr>
          <a:xfrm>
            <a:off x="0" y="1809750"/>
            <a:ext cx="2133600" cy="335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6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p36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_Title and Content">
  <p:cSld name="48_Title and Content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/>
          <p:nvPr>
            <p:ph idx="2" type="pic"/>
          </p:nvPr>
        </p:nvSpPr>
        <p:spPr>
          <a:xfrm>
            <a:off x="0" y="0"/>
            <a:ext cx="6019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37"/>
          <p:cNvSpPr txBox="1"/>
          <p:nvPr>
            <p:ph type="title"/>
          </p:nvPr>
        </p:nvSpPr>
        <p:spPr>
          <a:xfrm>
            <a:off x="6324600" y="647700"/>
            <a:ext cx="1676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37"/>
          <p:cNvSpPr/>
          <p:nvPr>
            <p:ph idx="3" type="pic"/>
          </p:nvPr>
        </p:nvSpPr>
        <p:spPr>
          <a:xfrm>
            <a:off x="609600" y="3714750"/>
            <a:ext cx="1219200" cy="8382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37"/>
          <p:cNvSpPr/>
          <p:nvPr>
            <p:ph idx="4" type="pic"/>
          </p:nvPr>
        </p:nvSpPr>
        <p:spPr>
          <a:xfrm>
            <a:off x="1828800" y="3714750"/>
            <a:ext cx="1219200" cy="8382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37"/>
          <p:cNvSpPr/>
          <p:nvPr>
            <p:ph idx="5" type="pic"/>
          </p:nvPr>
        </p:nvSpPr>
        <p:spPr>
          <a:xfrm>
            <a:off x="3048000" y="3714750"/>
            <a:ext cx="1219200" cy="8382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7"/>
          <p:cNvSpPr/>
          <p:nvPr>
            <p:ph idx="6" type="pic"/>
          </p:nvPr>
        </p:nvSpPr>
        <p:spPr>
          <a:xfrm>
            <a:off x="4267200" y="3714750"/>
            <a:ext cx="1219200" cy="838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p38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2" name="Google Shape;282;p39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_Title and Content">
  <p:cSld name="50_Title and Content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/>
          <p:nvPr>
            <p:ph idx="2" type="pic"/>
          </p:nvPr>
        </p:nvSpPr>
        <p:spPr>
          <a:xfrm>
            <a:off x="1216" y="-18290"/>
            <a:ext cx="9144000" cy="516179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0"/>
          <p:cNvSpPr/>
          <p:nvPr>
            <p:ph idx="3" type="pic"/>
          </p:nvPr>
        </p:nvSpPr>
        <p:spPr>
          <a:xfrm>
            <a:off x="6096000" y="1123951"/>
            <a:ext cx="1676400" cy="291599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/>
          <p:nvPr>
            <p:ph idx="2" type="pic"/>
          </p:nvPr>
        </p:nvSpPr>
        <p:spPr>
          <a:xfrm>
            <a:off x="5943600" y="3257550"/>
            <a:ext cx="3200400" cy="188595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41"/>
          <p:cNvSpPr/>
          <p:nvPr>
            <p:ph idx="3" type="pic"/>
          </p:nvPr>
        </p:nvSpPr>
        <p:spPr>
          <a:xfrm>
            <a:off x="4916" y="0"/>
            <a:ext cx="2971800" cy="25717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and Content">
  <p:cSld name="6_Title and Content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c-Cinema-Monitor-Style-Mock-up.png" id="290" name="Google Shape;290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62200" y="1471074"/>
            <a:ext cx="4267200" cy="331866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2"/>
          <p:cNvSpPr/>
          <p:nvPr>
            <p:ph idx="2" type="pic"/>
          </p:nvPr>
        </p:nvSpPr>
        <p:spPr>
          <a:xfrm>
            <a:off x="2716924" y="1764000"/>
            <a:ext cx="3531476" cy="2207173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42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3" name="Google Shape;293;p42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and Content">
  <p:cSld name="13_Title and Content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"/>
          <p:cNvSpPr txBox="1"/>
          <p:nvPr/>
        </p:nvSpPr>
        <p:spPr>
          <a:xfrm>
            <a:off x="0" y="0"/>
            <a:ext cx="9143999" cy="31813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descr="MacBook-Pro-mockup.png" id="296" name="Google Shape;29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72012" y="1428750"/>
            <a:ext cx="3799976" cy="236219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3"/>
          <p:cNvSpPr/>
          <p:nvPr>
            <p:ph idx="2" type="pic"/>
          </p:nvPr>
        </p:nvSpPr>
        <p:spPr>
          <a:xfrm>
            <a:off x="3160566" y="1598400"/>
            <a:ext cx="2808000" cy="1760694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43"/>
          <p:cNvSpPr txBox="1"/>
          <p:nvPr>
            <p:ph type="title"/>
          </p:nvPr>
        </p:nvSpPr>
        <p:spPr>
          <a:xfrm>
            <a:off x="7620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Urbanist ExtraBold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43"/>
          <p:cNvSpPr txBox="1"/>
          <p:nvPr>
            <p:ph idx="1" type="body"/>
          </p:nvPr>
        </p:nvSpPr>
        <p:spPr>
          <a:xfrm>
            <a:off x="2057400" y="4572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 Light"/>
              <a:buNone/>
              <a:defRPr b="0"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and Content">
  <p:cSld name="7_Title and Conten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c-Cinema-Monitor-Style-Mock-up.png" id="301" name="Google Shape;30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43200" y="1581150"/>
            <a:ext cx="3581400" cy="278530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4"/>
          <p:cNvSpPr/>
          <p:nvPr>
            <p:ph idx="2" type="pic"/>
          </p:nvPr>
        </p:nvSpPr>
        <p:spPr>
          <a:xfrm>
            <a:off x="3048000" y="1809750"/>
            <a:ext cx="2963917" cy="1852449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4" name="Google Shape;304;p44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_Title and Content">
  <p:cSld name="44_Title and Conten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c-Cinema-Monitor-Style-Mock-up.png" id="306" name="Google Shape;30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95800" y="1352550"/>
            <a:ext cx="4267200" cy="331866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5"/>
          <p:cNvSpPr/>
          <p:nvPr>
            <p:ph idx="2" type="pic"/>
          </p:nvPr>
        </p:nvSpPr>
        <p:spPr>
          <a:xfrm>
            <a:off x="4850524" y="1645476"/>
            <a:ext cx="3531476" cy="2207173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45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9" name="Google Shape;309;p45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_Title and Content">
  <p:cSld name="45_Title and Conten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/>
          <p:nvPr>
            <p:ph idx="2" type="pic"/>
          </p:nvPr>
        </p:nvSpPr>
        <p:spPr>
          <a:xfrm>
            <a:off x="838200" y="2495550"/>
            <a:ext cx="1828800" cy="264795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6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p46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7"/>
          <p:cNvSpPr/>
          <p:nvPr>
            <p:ph idx="2" type="pic"/>
          </p:nvPr>
        </p:nvSpPr>
        <p:spPr>
          <a:xfrm>
            <a:off x="3733800" y="1047750"/>
            <a:ext cx="1655999" cy="2895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and Content">
  <p:cSld name="11_Title and Content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8"/>
          <p:cNvSpPr/>
          <p:nvPr>
            <p:ph idx="2" type="pic"/>
          </p:nvPr>
        </p:nvSpPr>
        <p:spPr>
          <a:xfrm>
            <a:off x="4666949" y="2057400"/>
            <a:ext cx="1276651" cy="2232291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8"/>
          <p:cNvSpPr/>
          <p:nvPr>
            <p:ph idx="3" type="pic"/>
          </p:nvPr>
        </p:nvSpPr>
        <p:spPr>
          <a:xfrm>
            <a:off x="3066749" y="2057400"/>
            <a:ext cx="1276651" cy="2232291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8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1" name="Google Shape;321;p48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 and Content">
  <p:cSld name="17_Title and Content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9"/>
          <p:cNvSpPr txBox="1"/>
          <p:nvPr>
            <p:ph idx="1" type="body"/>
          </p:nvPr>
        </p:nvSpPr>
        <p:spPr>
          <a:xfrm>
            <a:off x="4038600" y="762000"/>
            <a:ext cx="2362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5" name="Google Shape;325;p49"/>
          <p:cNvSpPr/>
          <p:nvPr>
            <p:ph idx="2" type="pic"/>
          </p:nvPr>
        </p:nvSpPr>
        <p:spPr>
          <a:xfrm>
            <a:off x="1066800" y="1366313"/>
            <a:ext cx="1517391" cy="2653237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9"/>
          <p:cNvSpPr txBox="1"/>
          <p:nvPr>
            <p:ph type="title"/>
          </p:nvPr>
        </p:nvSpPr>
        <p:spPr>
          <a:xfrm>
            <a:off x="4038600" y="923925"/>
            <a:ext cx="4038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50"/>
          <p:cNvSpPr/>
          <p:nvPr>
            <p:ph idx="2" type="pic"/>
          </p:nvPr>
        </p:nvSpPr>
        <p:spPr>
          <a:xfrm>
            <a:off x="3508973" y="1200149"/>
            <a:ext cx="2190904" cy="280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_Title and Content">
  <p:cSld name="46_Title and Content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1"/>
          <p:cNvSpPr txBox="1"/>
          <p:nvPr/>
        </p:nvSpPr>
        <p:spPr>
          <a:xfrm>
            <a:off x="0" y="0"/>
            <a:ext cx="9143999" cy="31813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32" name="Google Shape;332;p51"/>
          <p:cNvSpPr txBox="1"/>
          <p:nvPr>
            <p:ph idx="1" type="body"/>
          </p:nvPr>
        </p:nvSpPr>
        <p:spPr>
          <a:xfrm>
            <a:off x="4038600" y="762000"/>
            <a:ext cx="2362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b="0" sz="13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51"/>
          <p:cNvSpPr/>
          <p:nvPr>
            <p:ph idx="2" type="pic"/>
          </p:nvPr>
        </p:nvSpPr>
        <p:spPr>
          <a:xfrm>
            <a:off x="1084827" y="1029113"/>
            <a:ext cx="1744798" cy="305087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1"/>
          <p:cNvSpPr txBox="1"/>
          <p:nvPr>
            <p:ph type="title"/>
          </p:nvPr>
        </p:nvSpPr>
        <p:spPr>
          <a:xfrm>
            <a:off x="4038600" y="923925"/>
            <a:ext cx="4038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Urbanist ExtraBold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9_Title and Content">
  <p:cSld name="49_Title and Content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/>
          <p:nvPr>
            <p:ph idx="1" type="body"/>
          </p:nvPr>
        </p:nvSpPr>
        <p:spPr>
          <a:xfrm>
            <a:off x="4038600" y="762000"/>
            <a:ext cx="2362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7" name="Google Shape;337;p52"/>
          <p:cNvSpPr/>
          <p:nvPr>
            <p:ph idx="2" type="pic"/>
          </p:nvPr>
        </p:nvSpPr>
        <p:spPr>
          <a:xfrm>
            <a:off x="1084827" y="1029113"/>
            <a:ext cx="1744798" cy="305087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52"/>
          <p:cNvSpPr txBox="1"/>
          <p:nvPr>
            <p:ph type="title"/>
          </p:nvPr>
        </p:nvSpPr>
        <p:spPr>
          <a:xfrm>
            <a:off x="4038600" y="923925"/>
            <a:ext cx="4038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52"/>
          <p:cNvSpPr/>
          <p:nvPr>
            <p:ph idx="3" type="pic"/>
          </p:nvPr>
        </p:nvSpPr>
        <p:spPr>
          <a:xfrm>
            <a:off x="8120" y="-14833"/>
            <a:ext cx="9144000" cy="31813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and Content">
  <p:cSld name="14_Title and Content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cBook-Pro-mockup.png" id="341" name="Google Shape;34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" y="1710833"/>
            <a:ext cx="4817160" cy="2994517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3"/>
          <p:cNvSpPr/>
          <p:nvPr>
            <p:ph idx="2" type="pic"/>
          </p:nvPr>
        </p:nvSpPr>
        <p:spPr>
          <a:xfrm>
            <a:off x="1231200" y="1926000"/>
            <a:ext cx="3564000" cy="22320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53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4" name="Google Shape;344;p53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and Content">
  <p:cSld name="29_Title and Content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4"/>
          <p:cNvSpPr txBox="1"/>
          <p:nvPr>
            <p:ph idx="1" type="body"/>
          </p:nvPr>
        </p:nvSpPr>
        <p:spPr>
          <a:xfrm>
            <a:off x="609600" y="2133600"/>
            <a:ext cx="2362200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7" name="Google Shape;347;p54"/>
          <p:cNvSpPr txBox="1"/>
          <p:nvPr>
            <p:ph idx="2" type="body"/>
          </p:nvPr>
        </p:nvSpPr>
        <p:spPr>
          <a:xfrm>
            <a:off x="3429000" y="2133600"/>
            <a:ext cx="2362200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8" name="Google Shape;348;p54"/>
          <p:cNvSpPr txBox="1"/>
          <p:nvPr>
            <p:ph idx="3" type="body"/>
          </p:nvPr>
        </p:nvSpPr>
        <p:spPr>
          <a:xfrm>
            <a:off x="6324600" y="2133600"/>
            <a:ext cx="2362200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9" name="Google Shape;349;p54"/>
          <p:cNvSpPr txBox="1"/>
          <p:nvPr>
            <p:ph idx="4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0" name="Google Shape;350;p54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Title and Content">
  <p:cSld name="24_Title and Conte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5"/>
          <p:cNvSpPr txBox="1"/>
          <p:nvPr>
            <p:ph idx="1" type="body"/>
          </p:nvPr>
        </p:nvSpPr>
        <p:spPr>
          <a:xfrm>
            <a:off x="1066164" y="1778563"/>
            <a:ext cx="30480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b="0"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3" name="Google Shape;353;p55"/>
          <p:cNvSpPr txBox="1"/>
          <p:nvPr>
            <p:ph idx="2" type="body"/>
          </p:nvPr>
        </p:nvSpPr>
        <p:spPr>
          <a:xfrm>
            <a:off x="1066482" y="2311963"/>
            <a:ext cx="30480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b="0"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4" name="Google Shape;354;p55"/>
          <p:cNvSpPr txBox="1"/>
          <p:nvPr>
            <p:ph idx="3" type="body"/>
          </p:nvPr>
        </p:nvSpPr>
        <p:spPr>
          <a:xfrm>
            <a:off x="1066800" y="2845363"/>
            <a:ext cx="30480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b="0"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5" name="Google Shape;355;p55"/>
          <p:cNvSpPr txBox="1"/>
          <p:nvPr>
            <p:ph idx="4" type="body"/>
          </p:nvPr>
        </p:nvSpPr>
        <p:spPr>
          <a:xfrm>
            <a:off x="1066800" y="3400988"/>
            <a:ext cx="30480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b="0"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6" name="Google Shape;356;p55"/>
          <p:cNvSpPr txBox="1"/>
          <p:nvPr>
            <p:ph idx="5" type="body"/>
          </p:nvPr>
        </p:nvSpPr>
        <p:spPr>
          <a:xfrm>
            <a:off x="1066800" y="3912163"/>
            <a:ext cx="30480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b="0"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7" name="Google Shape;357;p55"/>
          <p:cNvSpPr/>
          <p:nvPr>
            <p:ph idx="6" type="body"/>
          </p:nvPr>
        </p:nvSpPr>
        <p:spPr>
          <a:xfrm>
            <a:off x="640080" y="1748790"/>
            <a:ext cx="411480" cy="432000"/>
          </a:xfrm>
          <a:prstGeom prst="roundRect">
            <a:avLst>
              <a:gd fmla="val 50000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 Slab Light"/>
              <a:buNone/>
              <a:defRPr sz="1600">
                <a:solidFill>
                  <a:schemeClr val="lt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8" name="Google Shape;358;p55"/>
          <p:cNvSpPr txBox="1"/>
          <p:nvPr>
            <p:ph idx="7" type="body"/>
          </p:nvPr>
        </p:nvSpPr>
        <p:spPr>
          <a:xfrm>
            <a:off x="5105082" y="1778563"/>
            <a:ext cx="30480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b="0"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9" name="Google Shape;359;p55"/>
          <p:cNvSpPr txBox="1"/>
          <p:nvPr>
            <p:ph idx="8" type="body"/>
          </p:nvPr>
        </p:nvSpPr>
        <p:spPr>
          <a:xfrm>
            <a:off x="5105400" y="2311963"/>
            <a:ext cx="30480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b="0"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0" name="Google Shape;360;p55"/>
          <p:cNvSpPr txBox="1"/>
          <p:nvPr>
            <p:ph idx="9" type="body"/>
          </p:nvPr>
        </p:nvSpPr>
        <p:spPr>
          <a:xfrm>
            <a:off x="5105400" y="2845363"/>
            <a:ext cx="30480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b="0"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1" name="Google Shape;361;p55"/>
          <p:cNvSpPr txBox="1"/>
          <p:nvPr>
            <p:ph idx="13" type="body"/>
          </p:nvPr>
        </p:nvSpPr>
        <p:spPr>
          <a:xfrm>
            <a:off x="5105400" y="3400988"/>
            <a:ext cx="30480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b="0"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2" name="Google Shape;362;p55"/>
          <p:cNvSpPr txBox="1"/>
          <p:nvPr>
            <p:ph idx="14" type="body"/>
          </p:nvPr>
        </p:nvSpPr>
        <p:spPr>
          <a:xfrm>
            <a:off x="5105400" y="3912163"/>
            <a:ext cx="30480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b="0"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3" name="Google Shape;363;p55"/>
          <p:cNvSpPr/>
          <p:nvPr>
            <p:ph idx="15" type="body"/>
          </p:nvPr>
        </p:nvSpPr>
        <p:spPr>
          <a:xfrm>
            <a:off x="640080" y="2297430"/>
            <a:ext cx="411480" cy="432000"/>
          </a:xfrm>
          <a:prstGeom prst="roundRect">
            <a:avLst>
              <a:gd fmla="val 50000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 Slab Light"/>
              <a:buNone/>
              <a:defRPr sz="1600">
                <a:solidFill>
                  <a:schemeClr val="lt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4" name="Google Shape;364;p55"/>
          <p:cNvSpPr/>
          <p:nvPr>
            <p:ph idx="16" type="body"/>
          </p:nvPr>
        </p:nvSpPr>
        <p:spPr>
          <a:xfrm>
            <a:off x="640080" y="2891790"/>
            <a:ext cx="411480" cy="432000"/>
          </a:xfrm>
          <a:prstGeom prst="roundRect">
            <a:avLst>
              <a:gd fmla="val 50000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 Slab Light"/>
              <a:buNone/>
              <a:defRPr sz="1600">
                <a:solidFill>
                  <a:schemeClr val="lt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5" name="Google Shape;365;p55"/>
          <p:cNvSpPr/>
          <p:nvPr>
            <p:ph idx="17" type="body"/>
          </p:nvPr>
        </p:nvSpPr>
        <p:spPr>
          <a:xfrm>
            <a:off x="640080" y="3425190"/>
            <a:ext cx="411480" cy="432000"/>
          </a:xfrm>
          <a:prstGeom prst="roundRect">
            <a:avLst>
              <a:gd fmla="val 50000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 Slab Light"/>
              <a:buNone/>
              <a:defRPr sz="1600">
                <a:solidFill>
                  <a:schemeClr val="lt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6" name="Google Shape;366;p55"/>
          <p:cNvSpPr/>
          <p:nvPr>
            <p:ph idx="18" type="body"/>
          </p:nvPr>
        </p:nvSpPr>
        <p:spPr>
          <a:xfrm>
            <a:off x="640080" y="3958590"/>
            <a:ext cx="411480" cy="432000"/>
          </a:xfrm>
          <a:prstGeom prst="roundRect">
            <a:avLst>
              <a:gd fmla="val 50000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 Slab Light"/>
              <a:buNone/>
              <a:defRPr sz="1600">
                <a:solidFill>
                  <a:schemeClr val="lt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7" name="Google Shape;367;p55"/>
          <p:cNvSpPr/>
          <p:nvPr>
            <p:ph idx="19" type="body"/>
          </p:nvPr>
        </p:nvSpPr>
        <p:spPr>
          <a:xfrm>
            <a:off x="4693920" y="1748790"/>
            <a:ext cx="411480" cy="432000"/>
          </a:xfrm>
          <a:prstGeom prst="roundRect">
            <a:avLst>
              <a:gd fmla="val 50000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 Slab Light"/>
              <a:buNone/>
              <a:defRPr sz="1600">
                <a:solidFill>
                  <a:schemeClr val="lt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8" name="Google Shape;368;p55"/>
          <p:cNvSpPr/>
          <p:nvPr>
            <p:ph idx="20" type="body"/>
          </p:nvPr>
        </p:nvSpPr>
        <p:spPr>
          <a:xfrm>
            <a:off x="4693920" y="2297430"/>
            <a:ext cx="411480" cy="432000"/>
          </a:xfrm>
          <a:prstGeom prst="roundRect">
            <a:avLst>
              <a:gd fmla="val 50000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 Slab Light"/>
              <a:buNone/>
              <a:defRPr sz="1600">
                <a:solidFill>
                  <a:schemeClr val="lt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p55"/>
          <p:cNvSpPr/>
          <p:nvPr>
            <p:ph idx="21" type="body"/>
          </p:nvPr>
        </p:nvSpPr>
        <p:spPr>
          <a:xfrm>
            <a:off x="4693920" y="2891790"/>
            <a:ext cx="411480" cy="432000"/>
          </a:xfrm>
          <a:prstGeom prst="roundRect">
            <a:avLst>
              <a:gd fmla="val 50000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 Slab Light"/>
              <a:buNone/>
              <a:defRPr sz="1600">
                <a:solidFill>
                  <a:schemeClr val="lt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p55"/>
          <p:cNvSpPr/>
          <p:nvPr>
            <p:ph idx="22" type="body"/>
          </p:nvPr>
        </p:nvSpPr>
        <p:spPr>
          <a:xfrm>
            <a:off x="4693920" y="3425190"/>
            <a:ext cx="411480" cy="432000"/>
          </a:xfrm>
          <a:prstGeom prst="roundRect">
            <a:avLst>
              <a:gd fmla="val 50000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 Slab Light"/>
              <a:buNone/>
              <a:defRPr sz="1600">
                <a:solidFill>
                  <a:schemeClr val="lt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1" name="Google Shape;371;p55"/>
          <p:cNvSpPr/>
          <p:nvPr>
            <p:ph idx="23" type="body"/>
          </p:nvPr>
        </p:nvSpPr>
        <p:spPr>
          <a:xfrm>
            <a:off x="4693920" y="3958590"/>
            <a:ext cx="411480" cy="432000"/>
          </a:xfrm>
          <a:prstGeom prst="roundRect">
            <a:avLst>
              <a:gd fmla="val 50000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 Slab Light"/>
              <a:buNone/>
              <a:defRPr sz="1600">
                <a:solidFill>
                  <a:schemeClr val="lt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2" name="Google Shape;372;p55"/>
          <p:cNvSpPr txBox="1"/>
          <p:nvPr>
            <p:ph idx="24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3" name="Google Shape;373;p55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Title and Content">
  <p:cSld name="21_Title and Content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6"/>
          <p:cNvSpPr txBox="1"/>
          <p:nvPr>
            <p:ph idx="1" type="body"/>
          </p:nvPr>
        </p:nvSpPr>
        <p:spPr>
          <a:xfrm>
            <a:off x="609600" y="1524000"/>
            <a:ext cx="8229600" cy="2971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845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95275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–"/>
              <a:defRPr sz="105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95275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»"/>
              <a:defRPr sz="105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6" name="Google Shape;376;p56"/>
          <p:cNvSpPr txBox="1"/>
          <p:nvPr>
            <p:ph idx="2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7" name="Google Shape;377;p56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Title and Content">
  <p:cSld name="32_Title and Conten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7"/>
          <p:cNvSpPr txBox="1"/>
          <p:nvPr>
            <p:ph type="title"/>
          </p:nvPr>
        </p:nvSpPr>
        <p:spPr>
          <a:xfrm>
            <a:off x="4495800" y="438150"/>
            <a:ext cx="4114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600"/>
              <a:buFont typeface="Roboto Slab"/>
              <a:buNone/>
              <a:defRPr sz="2600">
                <a:solidFill>
                  <a:srgbClr val="7030A0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57"/>
          <p:cNvSpPr txBox="1"/>
          <p:nvPr>
            <p:ph idx="1" type="body"/>
          </p:nvPr>
        </p:nvSpPr>
        <p:spPr>
          <a:xfrm>
            <a:off x="4495800" y="457200"/>
            <a:ext cx="41148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57"/>
          <p:cNvSpPr/>
          <p:nvPr>
            <p:ph idx="2" type="pic"/>
          </p:nvPr>
        </p:nvSpPr>
        <p:spPr>
          <a:xfrm>
            <a:off x="3884" y="2571751"/>
            <a:ext cx="1295400" cy="1295399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7"/>
          <p:cNvSpPr/>
          <p:nvPr>
            <p:ph idx="3" type="pic"/>
          </p:nvPr>
        </p:nvSpPr>
        <p:spPr>
          <a:xfrm>
            <a:off x="1311984" y="2571751"/>
            <a:ext cx="1295400" cy="1295399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57"/>
          <p:cNvSpPr/>
          <p:nvPr>
            <p:ph idx="4" type="pic"/>
          </p:nvPr>
        </p:nvSpPr>
        <p:spPr>
          <a:xfrm>
            <a:off x="2620084" y="2571751"/>
            <a:ext cx="1295400" cy="1295399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7"/>
          <p:cNvSpPr/>
          <p:nvPr>
            <p:ph idx="5" type="pic"/>
          </p:nvPr>
        </p:nvSpPr>
        <p:spPr>
          <a:xfrm>
            <a:off x="3884" y="3867151"/>
            <a:ext cx="1295400" cy="1295399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7"/>
          <p:cNvSpPr/>
          <p:nvPr>
            <p:ph idx="6" type="pic"/>
          </p:nvPr>
        </p:nvSpPr>
        <p:spPr>
          <a:xfrm>
            <a:off x="1311984" y="3867151"/>
            <a:ext cx="1295400" cy="1295399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7"/>
          <p:cNvSpPr/>
          <p:nvPr>
            <p:ph idx="7" type="pic"/>
          </p:nvPr>
        </p:nvSpPr>
        <p:spPr>
          <a:xfrm>
            <a:off x="2620084" y="3867151"/>
            <a:ext cx="1295400" cy="1295399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7"/>
          <p:cNvSpPr/>
          <p:nvPr>
            <p:ph idx="8" type="pic"/>
          </p:nvPr>
        </p:nvSpPr>
        <p:spPr>
          <a:xfrm>
            <a:off x="3884" y="-19050"/>
            <a:ext cx="1295400" cy="1295399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7"/>
          <p:cNvSpPr/>
          <p:nvPr>
            <p:ph idx="9" type="pic"/>
          </p:nvPr>
        </p:nvSpPr>
        <p:spPr>
          <a:xfrm>
            <a:off x="1311984" y="-19050"/>
            <a:ext cx="1295400" cy="1295399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7"/>
          <p:cNvSpPr/>
          <p:nvPr>
            <p:ph idx="13" type="pic"/>
          </p:nvPr>
        </p:nvSpPr>
        <p:spPr>
          <a:xfrm>
            <a:off x="2620084" y="-19050"/>
            <a:ext cx="1295400" cy="1295399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7"/>
          <p:cNvSpPr/>
          <p:nvPr>
            <p:ph idx="14" type="pic"/>
          </p:nvPr>
        </p:nvSpPr>
        <p:spPr>
          <a:xfrm>
            <a:off x="3884" y="1276351"/>
            <a:ext cx="1295400" cy="1295399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7"/>
          <p:cNvSpPr/>
          <p:nvPr>
            <p:ph idx="15" type="pic"/>
          </p:nvPr>
        </p:nvSpPr>
        <p:spPr>
          <a:xfrm>
            <a:off x="1311984" y="1276351"/>
            <a:ext cx="1295400" cy="1295399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7"/>
          <p:cNvSpPr/>
          <p:nvPr>
            <p:ph idx="16" type="pic"/>
          </p:nvPr>
        </p:nvSpPr>
        <p:spPr>
          <a:xfrm>
            <a:off x="2620084" y="1276351"/>
            <a:ext cx="1295400" cy="129539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_Title and Content">
  <p:cSld name="40_Title and Conten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8"/>
          <p:cNvSpPr/>
          <p:nvPr>
            <p:ph idx="2" type="pic"/>
          </p:nvPr>
        </p:nvSpPr>
        <p:spPr>
          <a:xfrm>
            <a:off x="3429000" y="1428750"/>
            <a:ext cx="2438400" cy="335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8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6" name="Google Shape;396;p58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59"/>
          <p:cNvSpPr txBox="1"/>
          <p:nvPr>
            <p:ph type="ctrTitle"/>
          </p:nvPr>
        </p:nvSpPr>
        <p:spPr>
          <a:xfrm>
            <a:off x="685800" y="112395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600"/>
              <a:buFont typeface="Urbanist ExtraBold"/>
              <a:buNone/>
              <a:defRPr>
                <a:solidFill>
                  <a:srgbClr val="19191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59"/>
          <p:cNvSpPr txBox="1"/>
          <p:nvPr>
            <p:ph idx="1" type="subTitle"/>
          </p:nvPr>
        </p:nvSpPr>
        <p:spPr>
          <a:xfrm>
            <a:off x="1371600" y="2440783"/>
            <a:ext cx="6400800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7375E"/>
              </a:buClr>
              <a:buSzPts val="1400"/>
              <a:buNone/>
              <a:defRPr>
                <a:solidFill>
                  <a:srgbClr val="17375E"/>
                </a:solidFill>
              </a:defRPr>
            </a:lvl1pPr>
            <a:lvl2pPr lvl="1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Title and Content">
  <p:cSld name="20_Title and Content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0"/>
          <p:cNvSpPr txBox="1"/>
          <p:nvPr>
            <p:ph idx="1" type="body"/>
          </p:nvPr>
        </p:nvSpPr>
        <p:spPr>
          <a:xfrm>
            <a:off x="609600" y="1504951"/>
            <a:ext cx="8001000" cy="3047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Char char="–"/>
              <a:defRPr sz="1100">
                <a:solidFill>
                  <a:srgbClr val="7F7F7F"/>
                </a:solidFill>
              </a:defRPr>
            </a:lvl2pPr>
            <a:lvl3pPr indent="-295275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•"/>
              <a:defRPr sz="1050">
                <a:solidFill>
                  <a:srgbClr val="7F7F7F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Char char="–"/>
              <a:defRPr sz="1000">
                <a:solidFill>
                  <a:srgbClr val="7F7F7F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Char char="»"/>
              <a:defRPr sz="10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3" name="Google Shape;403;p60"/>
          <p:cNvSpPr txBox="1"/>
          <p:nvPr>
            <p:ph idx="2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4" name="Google Shape;404;p60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1"/>
          <p:cNvSpPr/>
          <p:nvPr>
            <p:ph idx="2" type="pic"/>
          </p:nvPr>
        </p:nvSpPr>
        <p:spPr>
          <a:xfrm>
            <a:off x="0" y="1596390"/>
            <a:ext cx="2276856" cy="242316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61"/>
          <p:cNvSpPr/>
          <p:nvPr>
            <p:ph idx="3" type="pic"/>
          </p:nvPr>
        </p:nvSpPr>
        <p:spPr>
          <a:xfrm>
            <a:off x="2286000" y="1596390"/>
            <a:ext cx="2276856" cy="242316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61"/>
          <p:cNvSpPr/>
          <p:nvPr>
            <p:ph idx="4" type="pic"/>
          </p:nvPr>
        </p:nvSpPr>
        <p:spPr>
          <a:xfrm>
            <a:off x="4572000" y="1595438"/>
            <a:ext cx="2276856" cy="242316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61"/>
          <p:cNvSpPr/>
          <p:nvPr>
            <p:ph idx="5" type="pic"/>
          </p:nvPr>
        </p:nvSpPr>
        <p:spPr>
          <a:xfrm>
            <a:off x="6858000" y="1595438"/>
            <a:ext cx="2286000" cy="242316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61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1" name="Google Shape;411;p61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itle and Content">
  <p:cSld name="25_Title and Content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2"/>
          <p:cNvSpPr txBox="1"/>
          <p:nvPr>
            <p:ph idx="1" type="body"/>
          </p:nvPr>
        </p:nvSpPr>
        <p:spPr>
          <a:xfrm>
            <a:off x="533400" y="1524000"/>
            <a:ext cx="80010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Courier New"/>
              <a:buChar char="o"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Rockwell"/>
              <a:buChar char="o"/>
              <a:defRPr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9845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Rockwell"/>
              <a:buChar char="o"/>
              <a:defRPr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95275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Rockwell"/>
              <a:buChar char="o"/>
              <a:defRPr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95275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Rockwell"/>
              <a:buChar char="o"/>
              <a:defRPr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4" name="Google Shape;414;p62"/>
          <p:cNvSpPr txBox="1"/>
          <p:nvPr>
            <p:ph idx="2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5" name="Google Shape;415;p62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itle and Content">
  <p:cSld name="23_Title and Content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3"/>
          <p:cNvSpPr txBox="1"/>
          <p:nvPr>
            <p:ph idx="1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8" name="Google Shape;418;p63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itle and Content">
  <p:cSld name="22_Title and Conten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4"/>
          <p:cNvSpPr txBox="1"/>
          <p:nvPr>
            <p:ph idx="1" type="body"/>
          </p:nvPr>
        </p:nvSpPr>
        <p:spPr>
          <a:xfrm>
            <a:off x="533400" y="161163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1" name="Google Shape;421;p64"/>
          <p:cNvSpPr txBox="1"/>
          <p:nvPr>
            <p:ph idx="2" type="body"/>
          </p:nvPr>
        </p:nvSpPr>
        <p:spPr>
          <a:xfrm>
            <a:off x="533400" y="1809750"/>
            <a:ext cx="2819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2" name="Google Shape;422;p64"/>
          <p:cNvSpPr txBox="1"/>
          <p:nvPr>
            <p:ph idx="3" type="body"/>
          </p:nvPr>
        </p:nvSpPr>
        <p:spPr>
          <a:xfrm>
            <a:off x="533400" y="267843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3" name="Google Shape;423;p64"/>
          <p:cNvSpPr txBox="1"/>
          <p:nvPr>
            <p:ph idx="4" type="body"/>
          </p:nvPr>
        </p:nvSpPr>
        <p:spPr>
          <a:xfrm>
            <a:off x="533400" y="2876550"/>
            <a:ext cx="2819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4" name="Google Shape;424;p64"/>
          <p:cNvSpPr txBox="1"/>
          <p:nvPr>
            <p:ph idx="5" type="body"/>
          </p:nvPr>
        </p:nvSpPr>
        <p:spPr>
          <a:xfrm>
            <a:off x="533400" y="374523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p64"/>
          <p:cNvSpPr txBox="1"/>
          <p:nvPr>
            <p:ph idx="6" type="body"/>
          </p:nvPr>
        </p:nvSpPr>
        <p:spPr>
          <a:xfrm>
            <a:off x="533400" y="3943350"/>
            <a:ext cx="2819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Urbanist Light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Urbanist Light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Urbanist Light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6" name="Google Shape;426;p64"/>
          <p:cNvSpPr txBox="1"/>
          <p:nvPr>
            <p:ph idx="7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7" name="Google Shape;427;p64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and Content">
  <p:cSld name="15_Title and Content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5"/>
          <p:cNvSpPr/>
          <p:nvPr>
            <p:ph idx="2" type="pic"/>
          </p:nvPr>
        </p:nvSpPr>
        <p:spPr>
          <a:xfrm>
            <a:off x="4086001" y="1218752"/>
            <a:ext cx="971999" cy="971998"/>
          </a:xfrm>
          <a:prstGeom prst="ellipse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65"/>
          <p:cNvSpPr txBox="1"/>
          <p:nvPr>
            <p:ph type="title"/>
          </p:nvPr>
        </p:nvSpPr>
        <p:spPr>
          <a:xfrm>
            <a:off x="609600" y="224057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Urbanist ExtraBold"/>
              <a:buNone/>
              <a:defRPr sz="2400">
                <a:solidFill>
                  <a:srgbClr val="19191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6"/>
          <p:cNvSpPr txBox="1"/>
          <p:nvPr>
            <p:ph idx="1" type="body"/>
          </p:nvPr>
        </p:nvSpPr>
        <p:spPr>
          <a:xfrm>
            <a:off x="2825406" y="150495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–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–"/>
              <a:defRPr sz="1600"/>
            </a:lvl4pPr>
            <a:lvl5pPr indent="-228600" lvl="4" marL="22860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3" name="Google Shape;433;p66"/>
          <p:cNvSpPr txBox="1"/>
          <p:nvPr>
            <p:ph idx="2" type="body"/>
          </p:nvPr>
        </p:nvSpPr>
        <p:spPr>
          <a:xfrm>
            <a:off x="4724400" y="150495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–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–"/>
              <a:defRPr sz="1600"/>
            </a:lvl4pPr>
            <a:lvl5pPr indent="-228600" lvl="4" marL="22860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4" name="Google Shape;434;p66"/>
          <p:cNvSpPr txBox="1"/>
          <p:nvPr>
            <p:ph idx="3" type="body"/>
          </p:nvPr>
        </p:nvSpPr>
        <p:spPr>
          <a:xfrm>
            <a:off x="6705600" y="150495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–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–"/>
              <a:defRPr sz="1600"/>
            </a:lvl4pPr>
            <a:lvl5pPr indent="-228600" lvl="4" marL="22860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5" name="Google Shape;435;p66"/>
          <p:cNvSpPr txBox="1"/>
          <p:nvPr>
            <p:ph idx="4" type="body"/>
          </p:nvPr>
        </p:nvSpPr>
        <p:spPr>
          <a:xfrm>
            <a:off x="762000" y="150495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–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–"/>
              <a:defRPr sz="1600"/>
            </a:lvl4pPr>
            <a:lvl5pPr indent="-228600" lvl="4" marL="22860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6" name="Google Shape;436;p66"/>
          <p:cNvSpPr/>
          <p:nvPr>
            <p:ph idx="5" type="pic"/>
          </p:nvPr>
        </p:nvSpPr>
        <p:spPr>
          <a:xfrm>
            <a:off x="804001" y="1885950"/>
            <a:ext cx="1439998" cy="1439998"/>
          </a:xfrm>
          <a:prstGeom prst="ellipse">
            <a:avLst/>
          </a:prstGeom>
          <a:noFill/>
          <a:ln>
            <a:noFill/>
          </a:ln>
        </p:spPr>
      </p:sp>
      <p:sp>
        <p:nvSpPr>
          <p:cNvPr id="437" name="Google Shape;437;p66"/>
          <p:cNvSpPr/>
          <p:nvPr>
            <p:ph idx="6" type="pic"/>
          </p:nvPr>
        </p:nvSpPr>
        <p:spPr>
          <a:xfrm>
            <a:off x="2825406" y="1885950"/>
            <a:ext cx="1439998" cy="1439998"/>
          </a:xfrm>
          <a:prstGeom prst="ellipse">
            <a:avLst/>
          </a:prstGeom>
          <a:noFill/>
          <a:ln>
            <a:noFill/>
          </a:ln>
        </p:spPr>
      </p:sp>
      <p:sp>
        <p:nvSpPr>
          <p:cNvPr id="438" name="Google Shape;438;p66"/>
          <p:cNvSpPr/>
          <p:nvPr>
            <p:ph idx="7" type="pic"/>
          </p:nvPr>
        </p:nvSpPr>
        <p:spPr>
          <a:xfrm>
            <a:off x="4766401" y="1885950"/>
            <a:ext cx="1439998" cy="1439998"/>
          </a:xfrm>
          <a:prstGeom prst="ellipse">
            <a:avLst/>
          </a:prstGeom>
          <a:noFill/>
          <a:ln>
            <a:noFill/>
          </a:ln>
        </p:spPr>
      </p:sp>
      <p:sp>
        <p:nvSpPr>
          <p:cNvPr id="439" name="Google Shape;439;p66"/>
          <p:cNvSpPr/>
          <p:nvPr>
            <p:ph idx="8" type="pic"/>
          </p:nvPr>
        </p:nvSpPr>
        <p:spPr>
          <a:xfrm>
            <a:off x="6747601" y="1885950"/>
            <a:ext cx="1439998" cy="1439998"/>
          </a:xfrm>
          <a:prstGeom prst="ellipse">
            <a:avLst/>
          </a:prstGeom>
          <a:noFill/>
          <a:ln>
            <a:noFill/>
          </a:ln>
        </p:spPr>
      </p:sp>
      <p:sp>
        <p:nvSpPr>
          <p:cNvPr id="440" name="Google Shape;440;p66"/>
          <p:cNvSpPr txBox="1"/>
          <p:nvPr>
            <p:ph idx="9" type="body"/>
          </p:nvPr>
        </p:nvSpPr>
        <p:spPr>
          <a:xfrm>
            <a:off x="2590800" y="3714750"/>
            <a:ext cx="1828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1" name="Google Shape;441;p66"/>
          <p:cNvSpPr txBox="1"/>
          <p:nvPr>
            <p:ph idx="13" type="body"/>
          </p:nvPr>
        </p:nvSpPr>
        <p:spPr>
          <a:xfrm>
            <a:off x="4572000" y="3714750"/>
            <a:ext cx="1828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2" name="Google Shape;442;p66"/>
          <p:cNvSpPr txBox="1"/>
          <p:nvPr>
            <p:ph idx="14" type="body"/>
          </p:nvPr>
        </p:nvSpPr>
        <p:spPr>
          <a:xfrm>
            <a:off x="6553200" y="3714750"/>
            <a:ext cx="1828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3" name="Google Shape;443;p66"/>
          <p:cNvSpPr txBox="1"/>
          <p:nvPr>
            <p:ph idx="15" type="body"/>
          </p:nvPr>
        </p:nvSpPr>
        <p:spPr>
          <a:xfrm>
            <a:off x="609600" y="3714750"/>
            <a:ext cx="1828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Roboto Light"/>
              <a:buNone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Urbanist Light"/>
              <a:buNone/>
              <a:defRPr sz="12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4" name="Google Shape;444;p66"/>
          <p:cNvSpPr txBox="1"/>
          <p:nvPr>
            <p:ph idx="16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5" name="Google Shape;445;p66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67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800"/>
              <a:buFont typeface="Urbanist ExtraBold"/>
              <a:buNone/>
              <a:defRPr b="1" sz="2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6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8"/>
          <p:cNvSpPr txBox="1"/>
          <p:nvPr>
            <p:ph idx="1" type="body"/>
          </p:nvPr>
        </p:nvSpPr>
        <p:spPr>
          <a:xfrm>
            <a:off x="609600" y="1626394"/>
            <a:ext cx="3886200" cy="2926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845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95275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–"/>
              <a:defRPr sz="105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95275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»"/>
              <a:defRPr sz="105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2" name="Google Shape;452;p68"/>
          <p:cNvSpPr txBox="1"/>
          <p:nvPr>
            <p:ph idx="2" type="body"/>
          </p:nvPr>
        </p:nvSpPr>
        <p:spPr>
          <a:xfrm>
            <a:off x="4648200" y="1626394"/>
            <a:ext cx="3886200" cy="2926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845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95275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–"/>
              <a:defRPr sz="105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95275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»"/>
              <a:defRPr sz="105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3" name="Google Shape;453;p68"/>
          <p:cNvSpPr txBox="1"/>
          <p:nvPr>
            <p:ph idx="3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4" name="Google Shape;454;p68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9"/>
          <p:cNvSpPr txBox="1"/>
          <p:nvPr>
            <p:ph idx="1" type="body"/>
          </p:nvPr>
        </p:nvSpPr>
        <p:spPr>
          <a:xfrm>
            <a:off x="609600" y="1719263"/>
            <a:ext cx="38877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7" name="Google Shape;457;p69"/>
          <p:cNvSpPr txBox="1"/>
          <p:nvPr>
            <p:ph idx="2" type="body"/>
          </p:nvPr>
        </p:nvSpPr>
        <p:spPr>
          <a:xfrm>
            <a:off x="609600" y="2199084"/>
            <a:ext cx="3887788" cy="2430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98450" lvl="1" marL="9144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Char char="–"/>
              <a:defRPr sz="11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5275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•"/>
              <a:defRPr sz="105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Char char="–"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Char char="»"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8" name="Google Shape;458;p69"/>
          <p:cNvSpPr txBox="1"/>
          <p:nvPr>
            <p:ph idx="3" type="body"/>
          </p:nvPr>
        </p:nvSpPr>
        <p:spPr>
          <a:xfrm>
            <a:off x="4645031" y="1719263"/>
            <a:ext cx="396557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9" name="Google Shape;459;p69"/>
          <p:cNvSpPr txBox="1"/>
          <p:nvPr>
            <p:ph idx="4" type="body"/>
          </p:nvPr>
        </p:nvSpPr>
        <p:spPr>
          <a:xfrm>
            <a:off x="4645031" y="2199084"/>
            <a:ext cx="3965570" cy="2430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98450" lvl="1" marL="9144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Char char="–"/>
              <a:defRPr sz="11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5275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Char char="•"/>
              <a:defRPr sz="105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Char char="–"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Char char="»"/>
              <a:defRPr sz="1000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0" name="Google Shape;460;p69"/>
          <p:cNvSpPr txBox="1"/>
          <p:nvPr>
            <p:ph idx="5" type="body"/>
          </p:nvPr>
        </p:nvSpPr>
        <p:spPr>
          <a:xfrm>
            <a:off x="533400" y="419100"/>
            <a:ext cx="502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  <a:defRPr b="0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1" name="Google Shape;461;p69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70" Type="http://schemas.openxmlformats.org/officeDocument/2006/relationships/theme" Target="../theme/theme1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Poppins"/>
              <a:buNone/>
              <a:defRPr b="1" i="0" sz="2600" u="none" cap="none" strike="noStrike">
                <a:solidFill>
                  <a:srgbClr val="4E287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33400" y="1428750"/>
            <a:ext cx="8001000" cy="3124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Poppins"/>
              <a:buChar char="•"/>
              <a:defRPr b="0" i="0" sz="1400" u="none" cap="none" strike="noStrike">
                <a:solidFill>
                  <a:srgbClr val="7F7F7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Poppins"/>
              <a:buChar char="–"/>
              <a:defRPr b="0" i="0" sz="1200" u="none" cap="none" strike="noStrike">
                <a:solidFill>
                  <a:srgbClr val="7F7F7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Poppins"/>
              <a:buChar char="•"/>
              <a:defRPr b="0" i="0" sz="1100" u="none" cap="none" strike="noStrike">
                <a:solidFill>
                  <a:srgbClr val="7F7F7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295275" lvl="3" marL="182880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Poppins"/>
              <a:buChar char="–"/>
              <a:defRPr b="0" i="0" sz="1050" u="none" cap="none" strike="noStrike">
                <a:solidFill>
                  <a:srgbClr val="7F7F7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295275" lvl="4" marL="228600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Poppins"/>
              <a:buChar char="»"/>
              <a:defRPr b="0" i="0" sz="1050" u="none" cap="none" strike="noStrike">
                <a:solidFill>
                  <a:srgbClr val="7F7F7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2" name="Google Shape;12;p1"/>
          <p:cNvCxnSpPr/>
          <p:nvPr/>
        </p:nvCxnSpPr>
        <p:spPr>
          <a:xfrm>
            <a:off x="633600" y="1200150"/>
            <a:ext cx="3810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</p:sldLayoutIdLst>
  <p:transition spd="slow"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ultralytics.com/pt/models/yolov8/" TargetMode="External"/><Relationship Id="rId4" Type="http://schemas.openxmlformats.org/officeDocument/2006/relationships/hyperlink" Target="https://medium.com/@siromermer/contour-detection-using-opencv-detecting-and-counting-coins-2d5192597e3c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square&#10;&#10;Description automatically generated" id="467" name="Google Shape;467;p71"/>
          <p:cNvPicPr preferRelativeResize="0"/>
          <p:nvPr/>
        </p:nvPicPr>
        <p:blipFill rotWithShape="1">
          <a:blip r:embed="rId3">
            <a:alphaModFix/>
          </a:blip>
          <a:srcRect b="21869" l="0" r="0" t="21875"/>
          <a:stretch/>
        </p:blipFill>
        <p:spPr>
          <a:xfrm>
            <a:off x="1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7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71"/>
          <p:cNvSpPr/>
          <p:nvPr/>
        </p:nvSpPr>
        <p:spPr>
          <a:xfrm flipH="1">
            <a:off x="-13372" y="-628650"/>
            <a:ext cx="9592087" cy="6017578"/>
          </a:xfrm>
          <a:custGeom>
            <a:rect b="b" l="l" r="r" t="t"/>
            <a:pathLst>
              <a:path extrusionOk="0" h="4441017" w="12297548">
                <a:moveTo>
                  <a:pt x="105548" y="4441017"/>
                </a:moveTo>
                <a:cubicBezTo>
                  <a:pt x="-771907" y="3939944"/>
                  <a:pt x="4106784" y="3388488"/>
                  <a:pt x="4211182" y="1129976"/>
                </a:cubicBezTo>
                <a:cubicBezTo>
                  <a:pt x="4315580" y="-1128536"/>
                  <a:pt x="10542639" y="755172"/>
                  <a:pt x="12297548" y="415467"/>
                </a:cubicBezTo>
                <a:lnTo>
                  <a:pt x="12297548" y="4441017"/>
                </a:lnTo>
                <a:lnTo>
                  <a:pt x="105548" y="4441017"/>
                </a:lnTo>
                <a:close/>
              </a:path>
            </a:pathLst>
          </a:custGeom>
          <a:gradFill>
            <a:gsLst>
              <a:gs pos="0">
                <a:srgbClr val="7030A0"/>
              </a:gs>
              <a:gs pos="100000">
                <a:srgbClr val="333399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71"/>
          <p:cNvSpPr/>
          <p:nvPr/>
        </p:nvSpPr>
        <p:spPr>
          <a:xfrm flipH="1" rot="10800000">
            <a:off x="3601047" y="1510"/>
            <a:ext cx="6825139" cy="5140477"/>
          </a:xfrm>
          <a:custGeom>
            <a:rect b="b" l="l" r="r" t="t"/>
            <a:pathLst>
              <a:path extrusionOk="0" h="4441017" w="12297548">
                <a:moveTo>
                  <a:pt x="105548" y="4441017"/>
                </a:moveTo>
                <a:cubicBezTo>
                  <a:pt x="-771907" y="3939944"/>
                  <a:pt x="4106784" y="3388488"/>
                  <a:pt x="4211182" y="1129976"/>
                </a:cubicBezTo>
                <a:cubicBezTo>
                  <a:pt x="4315580" y="-1128536"/>
                  <a:pt x="10542639" y="755172"/>
                  <a:pt x="12297548" y="415467"/>
                </a:cubicBezTo>
                <a:lnTo>
                  <a:pt x="12297548" y="4441017"/>
                </a:lnTo>
                <a:lnTo>
                  <a:pt x="105548" y="4441017"/>
                </a:lnTo>
                <a:close/>
              </a:path>
            </a:pathLst>
          </a:custGeom>
          <a:gradFill>
            <a:gsLst>
              <a:gs pos="0">
                <a:srgbClr val="FF3A51">
                  <a:alpha val="9803"/>
                </a:srgbClr>
              </a:gs>
              <a:gs pos="100000">
                <a:srgbClr val="333399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71"/>
          <p:cNvSpPr txBox="1"/>
          <p:nvPr/>
        </p:nvSpPr>
        <p:spPr>
          <a:xfrm>
            <a:off x="971550" y="831100"/>
            <a:ext cx="72009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Equipe  - </a:t>
            </a:r>
            <a:r>
              <a:rPr b="1" lang="en-US" sz="2200">
                <a:solidFill>
                  <a:srgbClr val="FFFFFF"/>
                </a:solidFill>
              </a:rPr>
              <a:t>Squad 6 - Human Segmentation Dataset</a:t>
            </a:r>
            <a:endParaRPr b="1" i="0" sz="2200" u="none" cap="none" strike="noStrike">
              <a:solidFill>
                <a:schemeClr val="lt1"/>
              </a:solidFill>
              <a:latin typeface="Urbanist Black"/>
              <a:ea typeface="Urbanist Black"/>
              <a:cs typeface="Urbanist Black"/>
              <a:sym typeface="Urbanis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Urbanist Black"/>
              <a:ea typeface="Urbanist Black"/>
              <a:cs typeface="Urbanist Black"/>
              <a:sym typeface="Urbanis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Alunos:</a:t>
            </a:r>
            <a:endParaRPr b="1" i="0" sz="2200" u="none" cap="none" strike="noStrike">
              <a:solidFill>
                <a:schemeClr val="lt1"/>
              </a:solidFill>
              <a:latin typeface="Urbanist Black"/>
              <a:ea typeface="Urbanist Black"/>
              <a:cs typeface="Urbanist Black"/>
              <a:sym typeface="Urbanis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Urbanist Black"/>
              <a:ea typeface="Urbanist Black"/>
              <a:cs typeface="Urbanist Black"/>
              <a:sym typeface="Urbanis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1500">
                <a:solidFill>
                  <a:srgbClr val="FFFFFF"/>
                </a:solidFill>
              </a:rPr>
              <a:t>Carol Lima Fonseca</a:t>
            </a:r>
            <a:endParaRPr b="1" i="0" sz="2600" cap="none" strike="noStrike">
              <a:solidFill>
                <a:schemeClr val="lt1"/>
              </a:solidFill>
              <a:latin typeface="Urbanist Black"/>
              <a:ea typeface="Urbanist Black"/>
              <a:cs typeface="Urbanist Black"/>
              <a:sym typeface="Urbanis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1500">
                <a:solidFill>
                  <a:srgbClr val="FFFFFF"/>
                </a:solidFill>
              </a:rPr>
              <a:t>Daniel dos Santos Saraiva</a:t>
            </a:r>
            <a:endParaRPr b="1" i="0" sz="2600" cap="none" strike="noStrike">
              <a:solidFill>
                <a:schemeClr val="lt1"/>
              </a:solidFill>
              <a:latin typeface="Urbanist Black"/>
              <a:ea typeface="Urbanist Black"/>
              <a:cs typeface="Urbanist Black"/>
              <a:sym typeface="Urbanis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1500">
                <a:solidFill>
                  <a:srgbClr val="FFFFFF"/>
                </a:solidFill>
              </a:rPr>
              <a:t>Francisco Alessandro Araujo Vasconcelos</a:t>
            </a:r>
            <a:endParaRPr sz="15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1500">
                <a:solidFill>
                  <a:srgbClr val="FFFFFF"/>
                </a:solidFill>
              </a:rPr>
              <a:t>José Antônio Magalhães Junior</a:t>
            </a:r>
            <a:endParaRPr sz="15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1500">
                <a:solidFill>
                  <a:srgbClr val="FFFFFF"/>
                </a:solidFill>
              </a:rPr>
              <a:t>João Afonso Fukiau</a:t>
            </a:r>
            <a:endParaRPr sz="15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1500">
                <a:solidFill>
                  <a:srgbClr val="FFFFFF"/>
                </a:solidFill>
              </a:rPr>
              <a:t>João Pedro Pereira Mendes</a:t>
            </a:r>
            <a:endParaRPr sz="15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1500">
                <a:solidFill>
                  <a:srgbClr val="FFFFFF"/>
                </a:solidFill>
              </a:rPr>
              <a:t>Letícia de Albuquerque Souza Leitão</a:t>
            </a:r>
            <a:endParaRPr sz="15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1500">
                <a:solidFill>
                  <a:srgbClr val="FFFFFF"/>
                </a:solidFill>
              </a:rPr>
              <a:t>Maykell Alvim de França</a:t>
            </a:r>
            <a:endParaRPr sz="15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1500">
                <a:solidFill>
                  <a:srgbClr val="FFFFFF"/>
                </a:solidFill>
              </a:rPr>
              <a:t>Romário Paixão de Oliveira</a:t>
            </a:r>
            <a:endParaRPr sz="15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15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15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</a:rPr>
              <a:t>07/MAR</a:t>
            </a:r>
            <a:endParaRPr b="1" sz="12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" name="Google Shape;472;p71"/>
          <p:cNvPicPr preferRelativeResize="0"/>
          <p:nvPr/>
        </p:nvPicPr>
        <p:blipFill rotWithShape="1">
          <a:blip r:embed="rId4">
            <a:alphaModFix/>
          </a:blip>
          <a:srcRect b="38489" l="9211" r="8469" t="31644"/>
          <a:stretch/>
        </p:blipFill>
        <p:spPr>
          <a:xfrm>
            <a:off x="7510925" y="177150"/>
            <a:ext cx="1373925" cy="49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2"/>
          <p:cNvSpPr txBox="1"/>
          <p:nvPr>
            <p:ph type="title"/>
          </p:nvPr>
        </p:nvSpPr>
        <p:spPr>
          <a:xfrm>
            <a:off x="533400" y="4381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/>
              <a:t>Sumário</a:t>
            </a:r>
            <a:endParaRPr/>
          </a:p>
        </p:txBody>
      </p:sp>
      <p:sp>
        <p:nvSpPr>
          <p:cNvPr id="478" name="Google Shape;478;p72"/>
          <p:cNvSpPr/>
          <p:nvPr/>
        </p:nvSpPr>
        <p:spPr>
          <a:xfrm>
            <a:off x="609600" y="1448325"/>
            <a:ext cx="2046000" cy="51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9" name="Google Shape;479;p72"/>
          <p:cNvSpPr/>
          <p:nvPr/>
        </p:nvSpPr>
        <p:spPr>
          <a:xfrm>
            <a:off x="609600" y="2026475"/>
            <a:ext cx="2046000" cy="51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Metodologia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72"/>
          <p:cNvSpPr/>
          <p:nvPr/>
        </p:nvSpPr>
        <p:spPr>
          <a:xfrm>
            <a:off x="609600" y="2604625"/>
            <a:ext cx="2046000" cy="51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1" name="Google Shape;481;p72"/>
          <p:cNvSpPr/>
          <p:nvPr/>
        </p:nvSpPr>
        <p:spPr>
          <a:xfrm>
            <a:off x="609600" y="3182775"/>
            <a:ext cx="2046000" cy="51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Conclusões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72"/>
          <p:cNvSpPr/>
          <p:nvPr/>
        </p:nvSpPr>
        <p:spPr>
          <a:xfrm flipH="1" rot="10800000">
            <a:off x="3601047" y="1510"/>
            <a:ext cx="6825139" cy="5140477"/>
          </a:xfrm>
          <a:custGeom>
            <a:rect b="b" l="l" r="r" t="t"/>
            <a:pathLst>
              <a:path extrusionOk="0" h="4441017" w="12297548">
                <a:moveTo>
                  <a:pt x="105548" y="4441017"/>
                </a:moveTo>
                <a:cubicBezTo>
                  <a:pt x="-771907" y="3939944"/>
                  <a:pt x="4106784" y="3388488"/>
                  <a:pt x="4211182" y="1129976"/>
                </a:cubicBezTo>
                <a:cubicBezTo>
                  <a:pt x="4315580" y="-1128536"/>
                  <a:pt x="10542639" y="755172"/>
                  <a:pt x="12297548" y="415467"/>
                </a:cubicBezTo>
                <a:lnTo>
                  <a:pt x="12297548" y="4441017"/>
                </a:lnTo>
                <a:lnTo>
                  <a:pt x="105548" y="4441017"/>
                </a:lnTo>
                <a:close/>
              </a:path>
            </a:pathLst>
          </a:custGeom>
          <a:gradFill>
            <a:gsLst>
              <a:gs pos="0">
                <a:srgbClr val="FF3A51">
                  <a:alpha val="9803"/>
                </a:srgbClr>
              </a:gs>
              <a:gs pos="100000">
                <a:srgbClr val="333399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3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Introdução</a:t>
            </a:r>
            <a:endParaRPr sz="2200"/>
          </a:p>
        </p:txBody>
      </p:sp>
      <p:sp>
        <p:nvSpPr>
          <p:cNvPr id="488" name="Google Shape;488;p73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rPr b="1" lang="en-US" sz="1500">
                <a:latin typeface="Poppins"/>
                <a:ea typeface="Poppins"/>
                <a:cs typeface="Poppins"/>
                <a:sym typeface="Poppins"/>
              </a:rPr>
              <a:t>DATASET</a:t>
            </a:r>
            <a:br>
              <a:rPr b="1" lang="en-US" sz="1500"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1500">
                <a:latin typeface="Poppins"/>
                <a:ea typeface="Poppins"/>
                <a:cs typeface="Poppins"/>
                <a:sym typeface="Poppins"/>
              </a:rPr>
              <a:t>Humano segmentação</a:t>
            </a:r>
            <a:r>
              <a:rPr lang="en-US" sz="1500">
                <a:latin typeface="Poppins Light"/>
                <a:ea typeface="Poppins Light"/>
                <a:cs typeface="Poppins Light"/>
                <a:sym typeface="Poppins Light"/>
              </a:rPr>
              <a:t> a partir de vídeos de </a:t>
            </a:r>
            <a:r>
              <a:rPr b="1" lang="en-US" sz="1500">
                <a:latin typeface="Poppins"/>
                <a:ea typeface="Poppins"/>
                <a:cs typeface="Poppins"/>
                <a:sym typeface="Poppins"/>
              </a:rPr>
              <a:t>pessoas dançando no Tik Tok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9" name="Google Shape;489;p73" title="Captura de tela 2026-02-19 1922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970600"/>
            <a:ext cx="4080426" cy="268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73"/>
          <p:cNvSpPr txBox="1"/>
          <p:nvPr/>
        </p:nvSpPr>
        <p:spPr>
          <a:xfrm>
            <a:off x="5590750" y="1970600"/>
            <a:ext cx="21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F7F7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91" name="Google Shape;491;p73"/>
          <p:cNvSpPr/>
          <p:nvPr/>
        </p:nvSpPr>
        <p:spPr>
          <a:xfrm>
            <a:off x="4855750" y="2008550"/>
            <a:ext cx="3571800" cy="59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Total de imagens: </a:t>
            </a:r>
            <a:r>
              <a:rPr lang="en-US" sz="11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2.615 seccionadas em máscaras, colagens e as imagens originais</a:t>
            </a:r>
            <a:endParaRPr sz="11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92" name="Google Shape;492;p73"/>
          <p:cNvSpPr/>
          <p:nvPr/>
        </p:nvSpPr>
        <p:spPr>
          <a:xfrm>
            <a:off x="4855750" y="2693969"/>
            <a:ext cx="3571800" cy="59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Ambiente: </a:t>
            </a:r>
            <a:r>
              <a:rPr lang="en-US" sz="11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Vídeos reais do Tik Tok</a:t>
            </a:r>
            <a:endParaRPr sz="11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93" name="Google Shape;493;p73"/>
          <p:cNvSpPr/>
          <p:nvPr/>
        </p:nvSpPr>
        <p:spPr>
          <a:xfrm>
            <a:off x="4855750" y="3379389"/>
            <a:ext cx="3571800" cy="59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Variabilidade: </a:t>
            </a:r>
            <a:r>
              <a:rPr lang="en-US" sz="11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Diferentes poses, movimentos, iluminação e cenários</a:t>
            </a:r>
            <a:endParaRPr sz="11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94" name="Google Shape;494;p73"/>
          <p:cNvSpPr/>
          <p:nvPr/>
        </p:nvSpPr>
        <p:spPr>
          <a:xfrm>
            <a:off x="4855750" y="4064808"/>
            <a:ext cx="3571800" cy="59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Estudo inicial</a:t>
            </a:r>
            <a:r>
              <a:rPr b="1" lang="en-US" sz="11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1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Boa integridade dos arquivos e padronização de formatos</a:t>
            </a:r>
            <a:endParaRPr sz="11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4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Poppins Light"/>
                <a:ea typeface="Poppins Light"/>
                <a:cs typeface="Poppins Light"/>
                <a:sym typeface="Poppins Light"/>
              </a:rPr>
              <a:t>Método - </a:t>
            </a:r>
            <a:r>
              <a:rPr b="1" lang="en-US" sz="1500">
                <a:latin typeface="Poppins"/>
                <a:ea typeface="Poppins"/>
                <a:cs typeface="Poppins"/>
                <a:sym typeface="Poppins"/>
              </a:rPr>
              <a:t>FastSAM</a:t>
            </a:r>
            <a:r>
              <a:rPr lang="en-US" sz="1500">
                <a:latin typeface="Poppins Light"/>
                <a:ea typeface="Poppins Light"/>
                <a:cs typeface="Poppins Light"/>
                <a:sym typeface="Poppins Light"/>
              </a:rPr>
              <a:t>. </a:t>
            </a: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Construído sobre a arquitetura otimizada do YOLOv8-seg. Ele atua como uma solução "Zero-Shot" (segmenta sem precisar ser treinado especificamente para a imagem) em tempo real, oferecendo uma velocidade de processamento até 50 vezes mais rápida que o modelo SAM original da Meta, preservando a alta qualidade das máscaras.</a:t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Poppins"/>
                <a:ea typeface="Poppins"/>
                <a:cs typeface="Poppins"/>
                <a:sym typeface="Poppins"/>
              </a:rPr>
              <a:t>Modelo usado</a:t>
            </a: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: FastSAM-s.pt </a:t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Poppins"/>
                <a:ea typeface="Poppins"/>
                <a:cs typeface="Poppins"/>
                <a:sym typeface="Poppins"/>
              </a:rPr>
              <a:t>Imagem (resolução):</a:t>
            </a: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 512 </a:t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Poppins"/>
                <a:ea typeface="Poppins"/>
                <a:cs typeface="Poppins"/>
                <a:sym typeface="Poppins"/>
              </a:rPr>
              <a:t>Thresholds (Limiares): </a:t>
            </a: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Confiança: 0.3 | IoU: 0.7</a:t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●"/>
            </a:pPr>
            <a:r>
              <a:rPr b="1" lang="en-US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Processamento em tempo real (até 50x mais rápido) </a:t>
            </a:r>
            <a:endParaRPr b="1"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●"/>
            </a:pPr>
            <a:r>
              <a:rPr b="1" lang="en-US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Capacidade "Zero-Shot" (não requer treinamento extra) </a:t>
            </a:r>
            <a:endParaRPr b="1"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●"/>
            </a:pPr>
            <a:r>
              <a:rPr b="1" lang="en-US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Automação pura (seleção garantida da maior máscara gerada)</a:t>
            </a:r>
            <a:endParaRPr b="1"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00" name="Google Shape;500;p74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Metodologia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5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Poppins Light"/>
                <a:ea typeface="Poppins Light"/>
                <a:cs typeface="Poppins Light"/>
                <a:sym typeface="Poppins Light"/>
              </a:rPr>
              <a:t>Método - </a:t>
            </a:r>
            <a:r>
              <a:rPr b="1" lang="en-US" sz="1500">
                <a:latin typeface="Poppins"/>
                <a:ea typeface="Poppins"/>
                <a:cs typeface="Poppins"/>
                <a:sym typeface="Poppins"/>
              </a:rPr>
              <a:t>YOLOv8 Segmentação</a:t>
            </a:r>
            <a:r>
              <a:rPr lang="en-US" sz="1500"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O YOLOv8 incorpora um cabeçalho Ultralytics dividido </a:t>
            </a:r>
            <a:r>
              <a:rPr b="1" lang="en-US" sz="1000">
                <a:latin typeface="Poppins"/>
                <a:ea typeface="Poppins"/>
                <a:cs typeface="Poppins"/>
                <a:sym typeface="Poppins"/>
              </a:rPr>
              <a:t>sem âncoras</a:t>
            </a: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, </a:t>
            </a:r>
            <a:r>
              <a:rPr b="1" lang="en-US" sz="1000">
                <a:latin typeface="Poppins"/>
                <a:ea typeface="Poppins"/>
                <a:cs typeface="Poppins"/>
                <a:sym typeface="Poppins"/>
              </a:rPr>
              <a:t>backbone, </a:t>
            </a: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arquiteturas de </a:t>
            </a:r>
            <a:r>
              <a:rPr b="1" lang="en-US" sz="1000">
                <a:latin typeface="Poppins"/>
                <a:ea typeface="Poppins"/>
                <a:cs typeface="Poppins"/>
                <a:sym typeface="Poppins"/>
              </a:rPr>
              <a:t>neck </a:t>
            </a: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e</a:t>
            </a:r>
            <a:r>
              <a:rPr b="1" lang="en-US" sz="1000">
                <a:latin typeface="Poppins"/>
                <a:ea typeface="Poppins"/>
                <a:cs typeface="Poppins"/>
                <a:sym typeface="Poppins"/>
              </a:rPr>
              <a:t> Head </a:t>
            </a: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de última geração e oferece uma relação otimizada entre precisão e velocidade</a:t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Configuração:</a:t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210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 Light"/>
              <a:buChar char="-"/>
            </a:pP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Epochs: 50</a:t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210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 Light"/>
              <a:buChar char="-"/>
            </a:pP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Batch size: 8</a:t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210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 Light"/>
              <a:buChar char="-"/>
            </a:pP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Imagem: 640</a:t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06" name="Google Shape;506;p75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Metodologia</a:t>
            </a:r>
            <a:endParaRPr sz="2200"/>
          </a:p>
        </p:txBody>
      </p:sp>
      <p:sp>
        <p:nvSpPr>
          <p:cNvPr id="507" name="Google Shape;507;p75"/>
          <p:cNvSpPr/>
          <p:nvPr/>
        </p:nvSpPr>
        <p:spPr>
          <a:xfrm>
            <a:off x="3251375" y="2405600"/>
            <a:ext cx="4433700" cy="3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Treinamento mais simples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08" name="Google Shape;508;p75"/>
          <p:cNvSpPr/>
          <p:nvPr/>
        </p:nvSpPr>
        <p:spPr>
          <a:xfrm>
            <a:off x="3251375" y="2820575"/>
            <a:ext cx="4433700" cy="3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Melhor adaptação a objetos de diferentes tamanhos</a:t>
            </a:r>
            <a:endParaRPr sz="12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09" name="Google Shape;509;p75"/>
          <p:cNvSpPr/>
          <p:nvPr/>
        </p:nvSpPr>
        <p:spPr>
          <a:xfrm>
            <a:off x="3251375" y="3235550"/>
            <a:ext cx="4433700" cy="3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Maior precisão na localização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510" name="Google Shape;510;p75"/>
          <p:cNvCxnSpPr/>
          <p:nvPr/>
        </p:nvCxnSpPr>
        <p:spPr>
          <a:xfrm>
            <a:off x="3042850" y="2428775"/>
            <a:ext cx="0" cy="11199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6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Poppins Light"/>
                <a:ea typeface="Poppins Light"/>
                <a:cs typeface="Poppins Light"/>
                <a:sym typeface="Poppins Light"/>
              </a:rPr>
              <a:t>Método Proposto - </a:t>
            </a:r>
            <a:r>
              <a:rPr b="1" lang="en-US" sz="1500">
                <a:latin typeface="Poppins"/>
                <a:ea typeface="Poppins"/>
                <a:cs typeface="Poppins"/>
                <a:sym typeface="Poppins"/>
              </a:rPr>
              <a:t>YOLOv8 Segmentação + Refinamento com OpenCV</a:t>
            </a:r>
            <a:r>
              <a:rPr lang="en-US" sz="1500"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Melhorar a máscara gerada pelo YOLOv8.</a:t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16" name="Google Shape;516;p76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Metodologia</a:t>
            </a:r>
            <a:endParaRPr sz="2200"/>
          </a:p>
        </p:txBody>
      </p:sp>
      <p:sp>
        <p:nvSpPr>
          <p:cNvPr id="517" name="Google Shape;517;p76"/>
          <p:cNvSpPr/>
          <p:nvPr/>
        </p:nvSpPr>
        <p:spPr>
          <a:xfrm>
            <a:off x="2598750" y="2181000"/>
            <a:ext cx="3946500" cy="3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Máscara YOLO</a:t>
            </a:r>
            <a:endParaRPr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18" name="Google Shape;518;p76"/>
          <p:cNvSpPr/>
          <p:nvPr/>
        </p:nvSpPr>
        <p:spPr>
          <a:xfrm>
            <a:off x="2598750" y="2739575"/>
            <a:ext cx="3946500" cy="3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Closing / Opening</a:t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19" name="Google Shape;519;p76"/>
          <p:cNvSpPr/>
          <p:nvPr/>
        </p:nvSpPr>
        <p:spPr>
          <a:xfrm>
            <a:off x="2598750" y="3298150"/>
            <a:ext cx="3946500" cy="3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findContours</a:t>
            </a:r>
            <a:endParaRPr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20" name="Google Shape;520;p76"/>
          <p:cNvSpPr/>
          <p:nvPr/>
        </p:nvSpPr>
        <p:spPr>
          <a:xfrm>
            <a:off x="2598750" y="3856725"/>
            <a:ext cx="3946500" cy="3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Máscara refinada</a:t>
            </a:r>
            <a:endParaRPr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21" name="Google Shape;521;p76"/>
          <p:cNvSpPr/>
          <p:nvPr/>
        </p:nvSpPr>
        <p:spPr>
          <a:xfrm rot="5400000">
            <a:off x="4500900" y="2479100"/>
            <a:ext cx="291300" cy="2850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22" name="Google Shape;522;p76"/>
          <p:cNvSpPr/>
          <p:nvPr/>
        </p:nvSpPr>
        <p:spPr>
          <a:xfrm rot="5400000">
            <a:off x="4500900" y="3038513"/>
            <a:ext cx="291300" cy="2850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23" name="Google Shape;523;p76"/>
          <p:cNvSpPr/>
          <p:nvPr/>
        </p:nvSpPr>
        <p:spPr>
          <a:xfrm rot="5400000">
            <a:off x="4500900" y="3597938"/>
            <a:ext cx="291300" cy="2850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7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Poppins Light"/>
                <a:ea typeface="Poppins Light"/>
                <a:cs typeface="Poppins Light"/>
                <a:sym typeface="Poppins Light"/>
              </a:rPr>
              <a:t>Métricas para avaliar os métodos</a:t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oppins Light"/>
                <a:ea typeface="Poppins Light"/>
                <a:cs typeface="Poppins Light"/>
                <a:sym typeface="Poppins Light"/>
              </a:rPr>
              <a:t>Melhorar a máscara gerada pelo YOLOv8.</a:t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29" name="Google Shape;529;p77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Metodologia</a:t>
            </a:r>
            <a:endParaRPr sz="2200"/>
          </a:p>
        </p:txBody>
      </p:sp>
      <p:sp>
        <p:nvSpPr>
          <p:cNvPr id="530" name="Google Shape;530;p77"/>
          <p:cNvSpPr/>
          <p:nvPr/>
        </p:nvSpPr>
        <p:spPr>
          <a:xfrm>
            <a:off x="609600" y="2067650"/>
            <a:ext cx="2944800" cy="418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mAP50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1" name="Google Shape;531;p77"/>
          <p:cNvSpPr/>
          <p:nvPr/>
        </p:nvSpPr>
        <p:spPr>
          <a:xfrm>
            <a:off x="3876475" y="2067652"/>
            <a:ext cx="3511200" cy="418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mAP50-95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2" name="Google Shape;532;p77"/>
          <p:cNvSpPr/>
          <p:nvPr/>
        </p:nvSpPr>
        <p:spPr>
          <a:xfrm>
            <a:off x="609600" y="2671300"/>
            <a:ext cx="2944800" cy="418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IoU (Índice de Jaccard)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3" name="Google Shape;533;p77"/>
          <p:cNvSpPr/>
          <p:nvPr/>
        </p:nvSpPr>
        <p:spPr>
          <a:xfrm>
            <a:off x="3876475" y="2671302"/>
            <a:ext cx="3511200" cy="418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Dice Coefficient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4" name="Google Shape;534;p77"/>
          <p:cNvSpPr/>
          <p:nvPr/>
        </p:nvSpPr>
        <p:spPr>
          <a:xfrm>
            <a:off x="609600" y="3274950"/>
            <a:ext cx="6778200" cy="418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Matriz de Confusão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8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en-US" sz="15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FastSAM</a:t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Poppins"/>
                <a:ea typeface="Poppins"/>
                <a:cs typeface="Poppins"/>
                <a:sym typeface="Poppins"/>
              </a:rPr>
              <a:t>Sem Intervenção Humana</a:t>
            </a:r>
            <a:r>
              <a:rPr lang="en-US" sz="1500">
                <a:latin typeface="Poppins Light"/>
                <a:ea typeface="Poppins Light"/>
                <a:cs typeface="Poppins Light"/>
                <a:sym typeface="Poppins Light"/>
              </a:rPr>
              <a:t>: Rodou 100% no automático. </a:t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Poppins"/>
                <a:ea typeface="Poppins"/>
                <a:cs typeface="Poppins"/>
                <a:sym typeface="Poppins"/>
              </a:rPr>
              <a:t>Erro de Foco</a:t>
            </a:r>
            <a:r>
              <a:rPr lang="en-US" sz="1500">
                <a:latin typeface="Poppins Light"/>
                <a:ea typeface="Poppins Light"/>
                <a:cs typeface="Poppins Light"/>
                <a:sym typeface="Poppins Light"/>
              </a:rPr>
              <a:t>: O algoritmo assumiu o plano de fundo como sendo o objeto principal. </a:t>
            </a:r>
            <a:r>
              <a:rPr b="1" lang="en-US" sz="1500">
                <a:latin typeface="Poppins"/>
                <a:ea typeface="Poppins"/>
                <a:cs typeface="Poppins"/>
                <a:sym typeface="Poppins"/>
              </a:rPr>
              <a:t>Acurácia Enganosa (53%)</a:t>
            </a:r>
            <a:r>
              <a:rPr lang="en-US" sz="1500">
                <a:latin typeface="Poppins Light"/>
                <a:ea typeface="Poppins Light"/>
                <a:cs typeface="Poppins Light"/>
                <a:sym typeface="Poppins Light"/>
              </a:rPr>
              <a:t>: Reflete apenas o acerto nos pixels do cenário. </a:t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Poppins"/>
                <a:ea typeface="Poppins"/>
                <a:cs typeface="Poppins"/>
                <a:sym typeface="Poppins"/>
              </a:rPr>
              <a:t>IoU Crítico (0.0007)</a:t>
            </a:r>
            <a:r>
              <a:rPr lang="en-US" sz="1500">
                <a:latin typeface="Poppins Light"/>
                <a:ea typeface="Poppins Light"/>
                <a:cs typeface="Poppins Light"/>
                <a:sym typeface="Poppins Light"/>
              </a:rPr>
              <a:t>: Mostra que a pessoa em si não foi detectada pela máscara.</a:t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40" name="Google Shape;540;p78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Resultados</a:t>
            </a:r>
            <a:endParaRPr sz="2200"/>
          </a:p>
        </p:txBody>
      </p:sp>
      <p:pic>
        <p:nvPicPr>
          <p:cNvPr id="541" name="Google Shape;541;p78" title="wfwggw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50" y="1809875"/>
            <a:ext cx="8955150" cy="76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9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5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FastSAM</a:t>
            </a:r>
            <a:endParaRPr b="1" sz="15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Exemplos visuais</a:t>
            </a:r>
            <a:endParaRPr b="1" sz="1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47" name="Google Shape;547;p79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Resultados</a:t>
            </a:r>
            <a:endParaRPr sz="2200"/>
          </a:p>
        </p:txBody>
      </p:sp>
      <p:pic>
        <p:nvPicPr>
          <p:cNvPr id="548" name="Google Shape;548;p79" title="visual_comparison.png"/>
          <p:cNvPicPr preferRelativeResize="0"/>
          <p:nvPr/>
        </p:nvPicPr>
        <p:blipFill rotWithShape="1">
          <a:blip r:embed="rId3">
            <a:alphaModFix/>
          </a:blip>
          <a:srcRect b="0" l="0" r="0" t="2468"/>
          <a:stretch/>
        </p:blipFill>
        <p:spPr>
          <a:xfrm>
            <a:off x="4572000" y="98928"/>
            <a:ext cx="4743451" cy="8559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0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5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YOLOv8 segmentação</a:t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54" name="Google Shape;554;p80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Resultados</a:t>
            </a:r>
            <a:endParaRPr sz="2200"/>
          </a:p>
        </p:txBody>
      </p:sp>
      <p:graphicFrame>
        <p:nvGraphicFramePr>
          <p:cNvPr id="555" name="Google Shape;555;p80"/>
          <p:cNvGraphicFramePr/>
          <p:nvPr/>
        </p:nvGraphicFramePr>
        <p:xfrm>
          <a:off x="609500" y="233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{73F27327-7369-4619-81C9-C11369389021}</a:tableStyleId>
              </a:tblPr>
              <a:tblGrid>
                <a:gridCol w="1747800"/>
                <a:gridCol w="1747800"/>
              </a:tblGrid>
              <a:tr h="30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95959"/>
                          </a:solidFill>
                        </a:rPr>
                        <a:t>IoU</a:t>
                      </a:r>
                      <a:endParaRPr b="1"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95959"/>
                          </a:solidFill>
                        </a:rPr>
                        <a:t>Qualidade</a:t>
                      </a:r>
                      <a:endParaRPr b="1"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&lt; 0.5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Ruim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0.5 – 0.7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Razoável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0.7 – 0.85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Boa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&gt; 0.85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Excelente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6" name="Google Shape;556;p80"/>
          <p:cNvGraphicFramePr/>
          <p:nvPr/>
        </p:nvGraphicFramePr>
        <p:xfrm>
          <a:off x="4229000" y="2334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{73F27327-7369-4619-81C9-C11369389021}</a:tableStyleId>
              </a:tblPr>
              <a:tblGrid>
                <a:gridCol w="1809750"/>
                <a:gridCol w="1809750"/>
              </a:tblGrid>
              <a:tr h="30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95959"/>
                          </a:solidFill>
                        </a:rPr>
                        <a:t>Dice Coefficient</a:t>
                      </a:r>
                      <a:endParaRPr b="1"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95959"/>
                          </a:solidFill>
                        </a:rPr>
                        <a:t>Qualidade</a:t>
                      </a:r>
                      <a:endParaRPr b="1"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&lt; 0.6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Ruim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0.6–0.8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Razoável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0.8–0.9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Boa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&gt; 0.9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Excelente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557" name="Google Shape;557;p80"/>
          <p:cNvSpPr/>
          <p:nvPr/>
        </p:nvSpPr>
        <p:spPr>
          <a:xfrm>
            <a:off x="609500" y="4111493"/>
            <a:ext cx="3495600" cy="3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IoU médio: 0.8361</a:t>
            </a:r>
            <a:endParaRPr b="1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8" name="Google Shape;558;p80"/>
          <p:cNvSpPr/>
          <p:nvPr/>
        </p:nvSpPr>
        <p:spPr>
          <a:xfrm>
            <a:off x="4228975" y="4111500"/>
            <a:ext cx="3619500" cy="3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Dice </a:t>
            </a:r>
            <a:r>
              <a:rPr b="1" lang="en-US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médio: </a:t>
            </a:r>
            <a:r>
              <a:rPr b="1" lang="en-US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0.9048</a:t>
            </a:r>
            <a:endParaRPr b="1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559" name="Google Shape;559;p80"/>
          <p:cNvGraphicFramePr/>
          <p:nvPr/>
        </p:nvGraphicFramePr>
        <p:xfrm>
          <a:off x="609500" y="180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{73F27327-7369-4619-81C9-C11369389021}</a:tableStyleId>
              </a:tblPr>
              <a:tblGrid>
                <a:gridCol w="1747800"/>
                <a:gridCol w="17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</a:rPr>
                        <a:t>mAP50: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0.9948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</a:rPr>
                        <a:t>mAP50-95: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0.9814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0" name="Google Shape;560;p80"/>
          <p:cNvGraphicFramePr/>
          <p:nvPr/>
        </p:nvGraphicFramePr>
        <p:xfrm>
          <a:off x="4228975" y="180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{73F27327-7369-4619-81C9-C11369389021}</a:tableStyleId>
              </a:tblPr>
              <a:tblGrid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</a:rPr>
                        <a:t>Mask mAP50: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0.9949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</a:rPr>
                        <a:t>Mask mAP50-95: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0.9294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561" name="Google Shape;561;p80"/>
          <p:cNvSpPr/>
          <p:nvPr/>
        </p:nvSpPr>
        <p:spPr>
          <a:xfrm>
            <a:off x="627775" y="4589309"/>
            <a:ext cx="7223100" cy="267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Treinamento ocorreu de forma saudável</a:t>
            </a:r>
            <a:endParaRPr b="1"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81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5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YOLOv8 segmentação</a:t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67" name="Google Shape;567;p81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Resultados</a:t>
            </a:r>
            <a:endParaRPr sz="2200"/>
          </a:p>
        </p:txBody>
      </p:sp>
      <p:pic>
        <p:nvPicPr>
          <p:cNvPr id="568" name="Google Shape;56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7175" y="1905001"/>
            <a:ext cx="4333775" cy="21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81"/>
          <p:cNvPicPr preferRelativeResize="0"/>
          <p:nvPr/>
        </p:nvPicPr>
        <p:blipFill rotWithShape="1">
          <a:blip r:embed="rId4">
            <a:alphaModFix/>
          </a:blip>
          <a:srcRect b="4471" l="9069" r="12203" t="0"/>
          <a:stretch/>
        </p:blipFill>
        <p:spPr>
          <a:xfrm>
            <a:off x="609600" y="1711325"/>
            <a:ext cx="3361050" cy="30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82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5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YOLOv8 segmentação</a:t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75" name="Google Shape;575;p82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Resultados</a:t>
            </a:r>
            <a:endParaRPr sz="2200"/>
          </a:p>
        </p:txBody>
      </p:sp>
      <p:pic>
        <p:nvPicPr>
          <p:cNvPr id="576" name="Google Shape;576;p82"/>
          <p:cNvPicPr preferRelativeResize="0"/>
          <p:nvPr/>
        </p:nvPicPr>
        <p:blipFill rotWithShape="1">
          <a:blip r:embed="rId3">
            <a:alphaModFix/>
          </a:blip>
          <a:srcRect b="-5731" l="8045" r="5450" t="0"/>
          <a:stretch/>
        </p:blipFill>
        <p:spPr>
          <a:xfrm>
            <a:off x="609600" y="1962075"/>
            <a:ext cx="5738225" cy="232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02" y="0"/>
            <a:ext cx="2946798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3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en-US" sz="15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YOLOv8 segmentação + Refinamento com OpenCv</a:t>
            </a:r>
            <a:endParaRPr b="1" sz="15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83" name="Google Shape;583;p83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Resultados</a:t>
            </a:r>
            <a:endParaRPr sz="2200"/>
          </a:p>
        </p:txBody>
      </p:sp>
      <p:graphicFrame>
        <p:nvGraphicFramePr>
          <p:cNvPr id="584" name="Google Shape;584;p83"/>
          <p:cNvGraphicFramePr/>
          <p:nvPr/>
        </p:nvGraphicFramePr>
        <p:xfrm>
          <a:off x="609600" y="174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{73F27327-7369-4619-81C9-C11369389021}</a:tableStyleId>
              </a:tblPr>
              <a:tblGrid>
                <a:gridCol w="1747800"/>
                <a:gridCol w="1747800"/>
              </a:tblGrid>
              <a:tr h="30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95959"/>
                          </a:solidFill>
                        </a:rPr>
                        <a:t>IoU</a:t>
                      </a:r>
                      <a:endParaRPr b="1"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95959"/>
                          </a:solidFill>
                        </a:rPr>
                        <a:t>Qualidade</a:t>
                      </a:r>
                      <a:endParaRPr b="1"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&lt; 0.5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Ruim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0.5 – 0.7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Razoável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0.7 – 0.85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Boa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&gt; 0.85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Excelente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5" name="Google Shape;585;p83"/>
          <p:cNvGraphicFramePr/>
          <p:nvPr/>
        </p:nvGraphicFramePr>
        <p:xfrm>
          <a:off x="4229100" y="174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{73F27327-7369-4619-81C9-C11369389021}</a:tableStyleId>
              </a:tblPr>
              <a:tblGrid>
                <a:gridCol w="1809750"/>
                <a:gridCol w="1809750"/>
              </a:tblGrid>
              <a:tr h="30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95959"/>
                          </a:solidFill>
                        </a:rPr>
                        <a:t>Dice Coefficient</a:t>
                      </a:r>
                      <a:endParaRPr b="1"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95959"/>
                          </a:solidFill>
                        </a:rPr>
                        <a:t>Qualidade</a:t>
                      </a:r>
                      <a:endParaRPr b="1"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&lt; 0.6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Ruim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0.6–0.8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Razoável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0.8–0.9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Boa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95959"/>
                          </a:solidFill>
                        </a:rPr>
                        <a:t>&gt; 0.9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Excelente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586" name="Google Shape;586;p83"/>
          <p:cNvSpPr/>
          <p:nvPr/>
        </p:nvSpPr>
        <p:spPr>
          <a:xfrm>
            <a:off x="609600" y="3521368"/>
            <a:ext cx="3495600" cy="3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IoU médio: </a:t>
            </a:r>
            <a:r>
              <a:rPr b="1" lang="en-US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0.8348</a:t>
            </a:r>
            <a:endParaRPr b="1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7" name="Google Shape;587;p83"/>
          <p:cNvSpPr/>
          <p:nvPr/>
        </p:nvSpPr>
        <p:spPr>
          <a:xfrm>
            <a:off x="4229075" y="3521375"/>
            <a:ext cx="3619500" cy="3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Dice médio: </a:t>
            </a:r>
            <a:r>
              <a:rPr b="1" lang="en-US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0.9040</a:t>
            </a:r>
            <a:endParaRPr b="1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8" name="Google Shape;588;p83"/>
          <p:cNvSpPr/>
          <p:nvPr/>
        </p:nvSpPr>
        <p:spPr>
          <a:xfrm>
            <a:off x="609600" y="4114675"/>
            <a:ext cx="7239000" cy="348600"/>
          </a:xfrm>
          <a:prstGeom prst="rect">
            <a:avLst/>
          </a:prstGeom>
          <a:solidFill>
            <a:srgbClr val="7030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refinamento com OpenCv trouxe diferença mínima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4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5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YOLOv8 segmentação + Refinamento com OpenCv</a:t>
            </a:r>
            <a:endParaRPr b="1" sz="15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94" name="Google Shape;594;p84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Resultados</a:t>
            </a:r>
            <a:endParaRPr sz="2200"/>
          </a:p>
        </p:txBody>
      </p:sp>
      <p:pic>
        <p:nvPicPr>
          <p:cNvPr id="595" name="Google Shape;59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525" y="2352813"/>
            <a:ext cx="573405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84"/>
          <p:cNvSpPr/>
          <p:nvPr/>
        </p:nvSpPr>
        <p:spPr>
          <a:xfrm>
            <a:off x="1779525" y="1930150"/>
            <a:ext cx="5733900" cy="348600"/>
          </a:xfrm>
          <a:prstGeom prst="rect">
            <a:avLst/>
          </a:prstGeom>
          <a:solidFill>
            <a:srgbClr val="7030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Erro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5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Conclusões</a:t>
            </a:r>
            <a:endParaRPr sz="2200"/>
          </a:p>
        </p:txBody>
      </p:sp>
      <p:sp>
        <p:nvSpPr>
          <p:cNvPr id="602" name="Google Shape;602;p85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Pequeno compilado</a:t>
            </a:r>
            <a:endParaRPr b="1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03" name="Google Shape;603;p85"/>
          <p:cNvSpPr txBox="1"/>
          <p:nvPr/>
        </p:nvSpPr>
        <p:spPr>
          <a:xfrm>
            <a:off x="533400" y="2267100"/>
            <a:ext cx="2137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O </a:t>
            </a:r>
            <a:r>
              <a:rPr b="1" lang="en-US" sz="1100">
                <a:solidFill>
                  <a:schemeClr val="dk1"/>
                </a:solidFill>
              </a:rPr>
              <a:t>FastSAM</a:t>
            </a:r>
            <a:r>
              <a:rPr lang="en-US" sz="1100">
                <a:solidFill>
                  <a:schemeClr val="dk1"/>
                </a:solidFill>
              </a:rPr>
              <a:t>, utilizado em modo zero-shot, teve </a:t>
            </a:r>
            <a:r>
              <a:rPr b="1" lang="en-US" sz="1100">
                <a:solidFill>
                  <a:schemeClr val="dk1"/>
                </a:solidFill>
              </a:rPr>
              <a:t>desempenho inferior </a:t>
            </a:r>
            <a:r>
              <a:rPr lang="en-US" sz="1100">
                <a:solidFill>
                  <a:schemeClr val="dk1"/>
                </a:solidFill>
              </a:rPr>
              <a:t>devido à </a:t>
            </a:r>
            <a:r>
              <a:rPr b="1" lang="en-US" sz="1100">
                <a:solidFill>
                  <a:schemeClr val="dk1"/>
                </a:solidFill>
              </a:rPr>
              <a:t>ausência de prompts</a:t>
            </a:r>
            <a:r>
              <a:rPr lang="en-US" sz="1100">
                <a:solidFill>
                  <a:schemeClr val="dk1"/>
                </a:solidFill>
              </a:rPr>
              <a:t> que indicassem explicitamente a região da pessoa.</a:t>
            </a:r>
            <a:endParaRPr sz="1100">
              <a:solidFill>
                <a:srgbClr val="7F7F7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604" name="Google Shape;604;p85"/>
          <p:cNvCxnSpPr/>
          <p:nvPr/>
        </p:nvCxnSpPr>
        <p:spPr>
          <a:xfrm>
            <a:off x="2857725" y="2226750"/>
            <a:ext cx="0" cy="11199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85"/>
          <p:cNvCxnSpPr/>
          <p:nvPr/>
        </p:nvCxnSpPr>
        <p:spPr>
          <a:xfrm>
            <a:off x="5829075" y="2226750"/>
            <a:ext cx="0" cy="11199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85"/>
          <p:cNvSpPr txBox="1"/>
          <p:nvPr/>
        </p:nvSpPr>
        <p:spPr>
          <a:xfrm>
            <a:off x="3094638" y="2267100"/>
            <a:ext cx="2497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 modelo </a:t>
            </a:r>
            <a:r>
              <a:rPr b="1" lang="en-US" sz="1100">
                <a:solidFill>
                  <a:schemeClr val="dk1"/>
                </a:solidFill>
              </a:rPr>
              <a:t>YOLOv8</a:t>
            </a:r>
            <a:r>
              <a:rPr lang="en-US" sz="1100">
                <a:solidFill>
                  <a:schemeClr val="dk1"/>
                </a:solidFill>
              </a:rPr>
              <a:t> apresentou </a:t>
            </a:r>
            <a:r>
              <a:rPr b="1" lang="en-US" sz="1100">
                <a:solidFill>
                  <a:schemeClr val="dk1"/>
                </a:solidFill>
              </a:rPr>
              <a:t>alto desempenho na segmentação das pessoas</a:t>
            </a:r>
            <a:r>
              <a:rPr lang="en-US" sz="1100">
                <a:solidFill>
                  <a:schemeClr val="dk1"/>
                </a:solidFill>
              </a:rPr>
              <a:t>, com métricas elevadas de precisão.</a:t>
            </a:r>
            <a:endParaRPr sz="1100">
              <a:solidFill>
                <a:srgbClr val="7F7F7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07" name="Google Shape;607;p85"/>
          <p:cNvSpPr txBox="1"/>
          <p:nvPr/>
        </p:nvSpPr>
        <p:spPr>
          <a:xfrm>
            <a:off x="5939688" y="2226750"/>
            <a:ext cx="24975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análise visual revelou que o refinamento </a:t>
            </a:r>
            <a:r>
              <a:rPr b="1" lang="en-US" sz="1100">
                <a:solidFill>
                  <a:schemeClr val="dk1"/>
                </a:solidFill>
              </a:rPr>
              <a:t>preencheu algumas lacunas internas das máscaras</a:t>
            </a:r>
            <a:r>
              <a:rPr lang="en-US" sz="1100">
                <a:solidFill>
                  <a:schemeClr val="dk1"/>
                </a:solidFill>
              </a:rPr>
              <a:t>, que na verdade correspondiam a regiões de fundo. Isso gerou </a:t>
            </a:r>
            <a:r>
              <a:rPr b="1" lang="en-US" sz="1100">
                <a:solidFill>
                  <a:schemeClr val="dk1"/>
                </a:solidFill>
              </a:rPr>
              <a:t>pequenos falsos positivos</a:t>
            </a:r>
            <a:r>
              <a:rPr lang="en-US" sz="1100">
                <a:solidFill>
                  <a:schemeClr val="dk1"/>
                </a:solidFill>
              </a:rPr>
              <a:t>, reduzindo levemente a precisão.</a:t>
            </a:r>
            <a:endParaRPr sz="1100">
              <a:solidFill>
                <a:srgbClr val="7F7F7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08" name="Google Shape;608;p85"/>
          <p:cNvSpPr/>
          <p:nvPr/>
        </p:nvSpPr>
        <p:spPr>
          <a:xfrm>
            <a:off x="609600" y="1814700"/>
            <a:ext cx="1959300" cy="348600"/>
          </a:xfrm>
          <a:prstGeom prst="rect">
            <a:avLst/>
          </a:prstGeom>
          <a:solidFill>
            <a:srgbClr val="7030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FastSAM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p85"/>
          <p:cNvSpPr/>
          <p:nvPr/>
        </p:nvSpPr>
        <p:spPr>
          <a:xfrm>
            <a:off x="3200975" y="1814700"/>
            <a:ext cx="2290200" cy="348600"/>
          </a:xfrm>
          <a:prstGeom prst="rect">
            <a:avLst/>
          </a:prstGeom>
          <a:solidFill>
            <a:srgbClr val="7030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YOLOv8 Segmentação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p85"/>
          <p:cNvSpPr/>
          <p:nvPr/>
        </p:nvSpPr>
        <p:spPr>
          <a:xfrm>
            <a:off x="6043350" y="1814700"/>
            <a:ext cx="2290200" cy="348600"/>
          </a:xfrm>
          <a:prstGeom prst="rect">
            <a:avLst/>
          </a:prstGeom>
          <a:solidFill>
            <a:srgbClr val="7030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YOLOv8 + OpenCv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6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Conclusões</a:t>
            </a:r>
            <a:endParaRPr sz="2200"/>
          </a:p>
        </p:txBody>
      </p:sp>
      <p:sp>
        <p:nvSpPr>
          <p:cNvPr id="616" name="Google Shape;616;p86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Contribuições do estudo</a:t>
            </a:r>
            <a:endParaRPr b="1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17" name="Google Shape;617;p86"/>
          <p:cNvSpPr/>
          <p:nvPr/>
        </p:nvSpPr>
        <p:spPr>
          <a:xfrm>
            <a:off x="609600" y="1814700"/>
            <a:ext cx="7724100" cy="591000"/>
          </a:xfrm>
          <a:prstGeom prst="rect">
            <a:avLst/>
          </a:prstGeom>
          <a:solidFill>
            <a:srgbClr val="7030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Avaliação quantitativa utilizando métricas relevantes como mAP, IoU e Dice.</a:t>
            </a:r>
            <a:endParaRPr sz="11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18" name="Google Shape;618;p86"/>
          <p:cNvSpPr/>
          <p:nvPr/>
        </p:nvSpPr>
        <p:spPr>
          <a:xfrm>
            <a:off x="609600" y="2623450"/>
            <a:ext cx="7724100" cy="591000"/>
          </a:xfrm>
          <a:prstGeom prst="rect">
            <a:avLst/>
          </a:prstGeom>
          <a:solidFill>
            <a:srgbClr val="7030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Proposição de um método de refinamento baseado em operações morfológicas e contornos com OpenCV</a:t>
            </a:r>
            <a:endParaRPr sz="11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19" name="Google Shape;619;p86"/>
          <p:cNvSpPr/>
          <p:nvPr/>
        </p:nvSpPr>
        <p:spPr>
          <a:xfrm>
            <a:off x="609600" y="3493306"/>
            <a:ext cx="7724100" cy="591000"/>
          </a:xfrm>
          <a:prstGeom prst="rect">
            <a:avLst/>
          </a:prstGeom>
          <a:solidFill>
            <a:srgbClr val="7030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Análise quantitativa e qualitativa dos resultados, destacando limitações e vantagens de cada abordagem</a:t>
            </a:r>
            <a:endParaRPr sz="11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7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Conclusões</a:t>
            </a:r>
            <a:endParaRPr sz="2200"/>
          </a:p>
        </p:txBody>
      </p:sp>
      <p:sp>
        <p:nvSpPr>
          <p:cNvPr id="625" name="Google Shape;625;p87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Possibilidade de novos estudos</a:t>
            </a:r>
            <a:endParaRPr b="1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Light"/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26" name="Google Shape;626;p87"/>
          <p:cNvSpPr/>
          <p:nvPr/>
        </p:nvSpPr>
        <p:spPr>
          <a:xfrm>
            <a:off x="609600" y="1814700"/>
            <a:ext cx="7724100" cy="5910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91919"/>
                </a:solidFill>
              </a:rPr>
              <a:t>Treinamento com datasets maiores e mais variados</a:t>
            </a:r>
            <a:endParaRPr sz="1100">
              <a:solidFill>
                <a:srgbClr val="19191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27" name="Google Shape;627;p87"/>
          <p:cNvSpPr/>
          <p:nvPr/>
        </p:nvSpPr>
        <p:spPr>
          <a:xfrm>
            <a:off x="609600" y="2630975"/>
            <a:ext cx="7724100" cy="5910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91919"/>
                </a:solidFill>
              </a:rPr>
              <a:t>Refinamentos mais avançados</a:t>
            </a:r>
            <a:endParaRPr sz="1100">
              <a:solidFill>
                <a:srgbClr val="19191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28" name="Google Shape;628;p87"/>
          <p:cNvSpPr/>
          <p:nvPr/>
        </p:nvSpPr>
        <p:spPr>
          <a:xfrm>
            <a:off x="609600" y="3447250"/>
            <a:ext cx="7724100" cy="5910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91919"/>
                </a:solidFill>
              </a:rPr>
              <a:t>Segmentação em vídeo</a:t>
            </a:r>
            <a:endParaRPr sz="1100">
              <a:solidFill>
                <a:srgbClr val="19191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88"/>
          <p:cNvSpPr txBox="1"/>
          <p:nvPr>
            <p:ph type="title"/>
          </p:nvPr>
        </p:nvSpPr>
        <p:spPr>
          <a:xfrm>
            <a:off x="533400" y="438150"/>
            <a:ext cx="7620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2200"/>
              <a:t>Referências Bibliográficas</a:t>
            </a:r>
            <a:endParaRPr sz="2200"/>
          </a:p>
        </p:txBody>
      </p:sp>
      <p:sp>
        <p:nvSpPr>
          <p:cNvPr id="634" name="Google Shape;634;p88"/>
          <p:cNvSpPr txBox="1"/>
          <p:nvPr>
            <p:ph idx="16" type="body"/>
          </p:nvPr>
        </p:nvSpPr>
        <p:spPr>
          <a:xfrm>
            <a:off x="533400" y="1276350"/>
            <a:ext cx="8226300" cy="3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Poppins Light"/>
                <a:ea typeface="Poppins Light"/>
                <a:cs typeface="Poppins Light"/>
                <a:sym typeface="Poppins Light"/>
              </a:rPr>
              <a:t>Wang et al. "Full Body TikTok Dancing Dataset" (2024)</a:t>
            </a:r>
            <a:endParaRPr sz="18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Poppins Light"/>
                <a:ea typeface="Poppins Light"/>
                <a:cs typeface="Poppins Light"/>
                <a:sym typeface="Poppins Light"/>
              </a:rPr>
              <a:t>ULTRALYTICS. YOLOv8: modelos e arquitetura. Documentação Ultralytics YOLO. Disponível em: </a:t>
            </a:r>
            <a:r>
              <a:rPr lang="en-US" sz="1800" u="sng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3"/>
              </a:rPr>
              <a:t>https://docs.ultralytics.com/pt/models/yolov8/</a:t>
            </a:r>
            <a:r>
              <a:rPr lang="en-US" sz="1800"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endParaRPr sz="18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Poppins Light"/>
                <a:ea typeface="Poppins Light"/>
                <a:cs typeface="Poppins Light"/>
                <a:sym typeface="Poppins Light"/>
              </a:rPr>
              <a:t>OPENCV. Contour Detection using OpenCV. Detecting and Counting Coins. Disponível em:</a:t>
            </a:r>
            <a:r>
              <a:rPr lang="en-US" sz="1800"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4"/>
              </a:rPr>
              <a:t>https://medium.com/@siromermer/contour-detection-using-opencv-detecting-and-counting-coins-2d5192597e3c</a:t>
            </a:r>
            <a:endParaRPr sz="18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9"/>
          <p:cNvSpPr txBox="1"/>
          <p:nvPr>
            <p:ph type="title"/>
          </p:nvPr>
        </p:nvSpPr>
        <p:spPr>
          <a:xfrm>
            <a:off x="609600" y="1998600"/>
            <a:ext cx="30849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875"/>
              </a:buClr>
              <a:buSzPts val="2600"/>
              <a:buFont typeface="Urbanist ExtraBold"/>
              <a:buNone/>
            </a:pPr>
            <a:r>
              <a:rPr lang="en-US" sz="3100"/>
              <a:t>Agradecemos a atenção.</a:t>
            </a:r>
            <a:endParaRPr sz="3100"/>
          </a:p>
        </p:txBody>
      </p:sp>
      <p:sp>
        <p:nvSpPr>
          <p:cNvPr id="640" name="Google Shape;640;p89"/>
          <p:cNvSpPr/>
          <p:nvPr/>
        </p:nvSpPr>
        <p:spPr>
          <a:xfrm flipH="1" rot="10800000">
            <a:off x="3601047" y="1510"/>
            <a:ext cx="6825139" cy="5140477"/>
          </a:xfrm>
          <a:custGeom>
            <a:rect b="b" l="l" r="r" t="t"/>
            <a:pathLst>
              <a:path extrusionOk="0" h="4441017" w="12297548">
                <a:moveTo>
                  <a:pt x="105548" y="4441017"/>
                </a:moveTo>
                <a:cubicBezTo>
                  <a:pt x="-771907" y="3939944"/>
                  <a:pt x="4106784" y="3388488"/>
                  <a:pt x="4211182" y="1129976"/>
                </a:cubicBezTo>
                <a:cubicBezTo>
                  <a:pt x="4315580" y="-1128536"/>
                  <a:pt x="10542639" y="755172"/>
                  <a:pt x="12297548" y="415467"/>
                </a:cubicBezTo>
                <a:lnTo>
                  <a:pt x="12297548" y="4441017"/>
                </a:lnTo>
                <a:lnTo>
                  <a:pt x="105548" y="4441017"/>
                </a:lnTo>
                <a:close/>
              </a:path>
            </a:pathLst>
          </a:custGeom>
          <a:gradFill>
            <a:gsLst>
              <a:gs pos="0">
                <a:srgbClr val="FF3A51">
                  <a:alpha val="9803"/>
                </a:srgbClr>
              </a:gs>
              <a:gs pos="100000">
                <a:srgbClr val="333399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8369D"/>
      </a:accent1>
      <a:accent2>
        <a:srgbClr val="431961"/>
      </a:accent2>
      <a:accent3>
        <a:srgbClr val="BD4CFF"/>
      </a:accent3>
      <a:accent4>
        <a:srgbClr val="F46E6E"/>
      </a:accent4>
      <a:accent5>
        <a:srgbClr val="7A00C6"/>
      </a:accent5>
      <a:accent6>
        <a:srgbClr val="F0B90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